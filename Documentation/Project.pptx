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9" r:id="rId15"/>
    <p:sldId id="270" r:id="rId16"/>
  </p:sldIdLst>
  <p:sldSz cx="9144000" cy="5143500" type="screen16x9"/>
  <p:notesSz cx="6858000" cy="9144000"/>
  <p:embeddedFontLst>
    <p:embeddedFont>
      <p:font typeface="Inter" panose="020B0604020202020204" charset="0"/>
      <p:regular r:id="rId18"/>
      <p:bold r:id="rId19"/>
      <p:italic r:id="rId20"/>
      <p:boldItalic r:id="rId21"/>
    </p:embeddedFont>
    <p:embeddedFont>
      <p:font typeface="Lato Light" panose="020F0502020204030203" pitchFamily="34" charset="0"/>
      <p:regular r:id="rId22"/>
      <p:bold r:id="rId23"/>
      <p:italic r:id="rId24"/>
      <p:boldItalic r:id="rId25"/>
    </p:embeddedFont>
    <p:embeddedFont>
      <p:font typeface="League Spartan" panose="020B0604020202020204" charset="0"/>
      <p:regular r:id="rId26"/>
      <p:bold r:id="rId27"/>
    </p:embeddedFont>
    <p:embeddedFont>
      <p:font typeface="League Spartan Medium" panose="020B0604020202020204" charset="0"/>
      <p:regular r:id="rId28"/>
      <p:bold r:id="rId29"/>
    </p:embeddedFont>
    <p:embeddedFont>
      <p:font typeface="Open Sans" panose="020B0606030504020204" pitchFamily="34" charset="0"/>
      <p:regular r:id="rId30"/>
      <p:bold r:id="rId31"/>
      <p:italic r:id="rId32"/>
      <p:boldItalic r:id="rId33"/>
    </p:embeddedFont>
    <p:embeddedFont>
      <p:font typeface="Open Sans Medium" panose="020B0604020202020204" charset="0"/>
      <p:regular r:id="rId34"/>
      <p:bold r:id="rId35"/>
      <p:italic r:id="rId36"/>
      <p:boldItalic r:id="rId37"/>
    </p:embeddedFont>
    <p:embeddedFont>
      <p:font typeface="Poppins" panose="00000500000000000000" pitchFamily="2" charset="0"/>
      <p:regular r:id="rId38"/>
      <p:bold r:id="rId39"/>
      <p:italic r:id="rId40"/>
      <p:bold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5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font" Target="fonts/font22.fntdata"/><Relationship Id="rId21" Type="http://schemas.openxmlformats.org/officeDocument/2006/relationships/font" Target="fonts/font4.fntdata"/><Relationship Id="rId34" Type="http://schemas.openxmlformats.org/officeDocument/2006/relationships/font" Target="fonts/font17.fntdata"/><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font" Target="fonts/font20.fntdata"/><Relationship Id="rId40" Type="http://schemas.openxmlformats.org/officeDocument/2006/relationships/font" Target="fonts/font23.fntdata"/><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10" Type="http://schemas.openxmlformats.org/officeDocument/2006/relationships/slide" Target="slides/slide8.xml"/><Relationship Id="rId19" Type="http://schemas.openxmlformats.org/officeDocument/2006/relationships/font" Target="fonts/font2.fntdata"/><Relationship Id="rId31" Type="http://schemas.openxmlformats.org/officeDocument/2006/relationships/font" Target="fonts/font14.fntdata"/><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font" Target="fonts/font21.fntdata"/><Relationship Id="rId20" Type="http://schemas.openxmlformats.org/officeDocument/2006/relationships/font" Target="fonts/font3.fntdata"/><Relationship Id="rId41" Type="http://schemas.openxmlformats.org/officeDocument/2006/relationships/font" Target="fonts/font2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SLIDES_API453103484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SLIDES_API45310348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800" b="1"/>
              <a:t>Entered text</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GB" sz="1200"/>
              <a:t>first we create AWS EC2 instance using Terraform and in instance we Create web application and make Dockerfile and push data in GIT repo and then build a Docker image and docker image push in docker then start a docker service of web app and in Jenkins pipeline push and pull data from git and use pipeline script to automate this task every minute and publicly available for all in AWS  and Monitor this instance machine using Prometheus monitoring tool</a:t>
            </a:r>
            <a:endParaRPr sz="1800" b="1"/>
          </a:p>
          <a:p>
            <a:pPr marL="0" lvl="0" indent="0" algn="l" rtl="0">
              <a:spcBef>
                <a:spcPts val="0"/>
              </a:spcBef>
              <a:spcAft>
                <a:spcPts val="0"/>
              </a:spcAft>
              <a:buNone/>
            </a:pPr>
            <a:endParaRPr sz="1800" b="1"/>
          </a:p>
          <a:p>
            <a:pPr marL="0" lvl="0" indent="0" algn="l" rtl="0">
              <a:spcBef>
                <a:spcPts val="0"/>
              </a:spcBef>
              <a:spcAft>
                <a:spcPts val="0"/>
              </a:spcAft>
              <a:buNone/>
            </a:pPr>
            <a:r>
              <a:rPr lang="en-GB" sz="1800" b="1"/>
              <a:t>Entered text</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GB" sz="1200"/>
              <a:t>first we create AWS EC2 instance using Terraform and in instance we Create web application and make Dockerfile and push data in GIT repo and then build a Docker image and docker image push in docker then start a docker service of web app and in Jenkins pipeline push and pull data from git and use pipeline script to automate this task every minute and publicly available for all in AWS  and Monitor this instance machine using Prometheus monitoring tool and configure a Snort to Identify attacks</a:t>
            </a:r>
            <a:endParaRPr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7803b91dfe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27803b91dfe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SLIDES_API1322546673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SLIDES_API132254667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SLIDES_API1322546673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SLIDES_API1322546673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SLIDES_API1322546673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SLIDES_API1322546673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SLIDES_API1322546673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 name="Google Shape;236;SLIDES_API1322546673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SLIDES_API1322546673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SLIDES_API1322546673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SLIDES_API1322546673_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SLIDES_API1322546673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SLIDES_API1322546673_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SLIDES_API1322546673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SLIDES_API1322546673_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SLIDES_API1322546673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SLIDES_API1322546673_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SLIDES_API1322546673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SLIDES_API1322546673_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SLIDES_API1322546673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3ef3d011b0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3ef3d011b0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SLIDES_API453103484_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SLIDES_API453103484_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A_Introduction_Slide_1"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632175" y="920625"/>
            <a:ext cx="7679700" cy="726900"/>
          </a:xfrm>
          <a:prstGeom prst="rect">
            <a:avLst/>
          </a:prstGeom>
        </p:spPr>
        <p:txBody>
          <a:bodyPr spcFirstLastPara="1" wrap="square" lIns="91425" tIns="91425" rIns="91425" bIns="91425" anchor="ctr" anchorCtr="0">
            <a:noAutofit/>
          </a:bodyPr>
          <a:lstStyle>
            <a:lvl1pPr lvl="0">
              <a:spcBef>
                <a:spcPts val="0"/>
              </a:spcBef>
              <a:spcAft>
                <a:spcPts val="0"/>
              </a:spcAft>
              <a:buSzPts val="2800"/>
              <a:buNone/>
              <a:defRPr/>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sp>
        <p:nvSpPr>
          <p:cNvPr id="56" name="Google Shape;56;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57" name="Google Shape;57;p14"/>
          <p:cNvSpPr txBox="1">
            <a:spLocks noGrp="1"/>
          </p:cNvSpPr>
          <p:nvPr>
            <p:ph type="body" idx="1"/>
          </p:nvPr>
        </p:nvSpPr>
        <p:spPr>
          <a:xfrm>
            <a:off x="632175" y="1717350"/>
            <a:ext cx="5520900" cy="2652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sz="13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pic>
        <p:nvPicPr>
          <p:cNvPr id="58" name="Google Shape;58;p14"/>
          <p:cNvPicPr preferRelativeResize="0"/>
          <p:nvPr/>
        </p:nvPicPr>
        <p:blipFill>
          <a:blip r:embed="rId2">
            <a:alphaModFix/>
          </a:blip>
          <a:stretch>
            <a:fillRect/>
          </a:stretch>
        </p:blipFill>
        <p:spPr>
          <a:xfrm rot="5400000">
            <a:off x="727196" y="475900"/>
            <a:ext cx="374904" cy="374904"/>
          </a:xfrm>
          <a:prstGeom prst="rect">
            <a:avLst/>
          </a:prstGeom>
          <a:noFill/>
          <a:ln>
            <a:noFill/>
          </a:ln>
        </p:spPr>
      </p:pic>
      <p:pic>
        <p:nvPicPr>
          <p:cNvPr id="59" name="Google Shape;59;p14"/>
          <p:cNvPicPr preferRelativeResize="0"/>
          <p:nvPr/>
        </p:nvPicPr>
        <p:blipFill rotWithShape="1">
          <a:blip r:embed="rId3">
            <a:alphaModFix/>
          </a:blip>
          <a:srcRect l="7871" r="4470"/>
          <a:stretch/>
        </p:blipFill>
        <p:spPr>
          <a:xfrm rot="5399995">
            <a:off x="5161977" y="1270987"/>
            <a:ext cx="5149824" cy="260152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398">
          <p15:clr>
            <a:srgbClr val="E46962"/>
          </p15:clr>
        </p15:guide>
        <p15:guide id="4" orient="horz" pos="628">
          <p15:clr>
            <a:srgbClr val="E46962"/>
          </p15:clr>
        </p15:guide>
        <p15:guide id="5" pos="5362">
          <p15:clr>
            <a:srgbClr val="E46962"/>
          </p15:clr>
        </p15:guide>
        <p15:guide id="6" pos="458">
          <p15:clr>
            <a:srgbClr val="E46962"/>
          </p15:clr>
        </p15:guide>
        <p15:guide id="7" orient="horz" pos="1082">
          <p15:clr>
            <a:srgbClr val="E46962"/>
          </p15:clr>
        </p15:guide>
        <p15:guide id="8" orient="horz" pos="903">
          <p15:clr>
            <a:srgbClr val="E46962"/>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A_Title_Body_1">
  <p:cSld name="TITLE_1">
    <p:spTree>
      <p:nvGrpSpPr>
        <p:cNvPr id="1" name="Shape 60"/>
        <p:cNvGrpSpPr/>
        <p:nvPr/>
      </p:nvGrpSpPr>
      <p:grpSpPr>
        <a:xfrm>
          <a:off x="0" y="0"/>
          <a:ext cx="0" cy="0"/>
          <a:chOff x="0" y="0"/>
          <a:chExt cx="0" cy="0"/>
        </a:xfrm>
      </p:grpSpPr>
      <p:sp>
        <p:nvSpPr>
          <p:cNvPr id="61" name="Google Shape;61;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62" name="Google Shape;62;p15"/>
          <p:cNvPicPr preferRelativeResize="0"/>
          <p:nvPr/>
        </p:nvPicPr>
        <p:blipFill>
          <a:blip r:embed="rId2">
            <a:alphaModFix/>
          </a:blip>
          <a:stretch>
            <a:fillRect/>
          </a:stretch>
        </p:blipFill>
        <p:spPr>
          <a:xfrm>
            <a:off x="5899075" y="1913100"/>
            <a:ext cx="3244926" cy="3230399"/>
          </a:xfrm>
          <a:prstGeom prst="rect">
            <a:avLst/>
          </a:prstGeom>
          <a:noFill/>
          <a:ln>
            <a:noFill/>
          </a:ln>
        </p:spPr>
      </p:pic>
      <p:sp>
        <p:nvSpPr>
          <p:cNvPr id="63" name="Google Shape;63;p15"/>
          <p:cNvSpPr>
            <a:spLocks noGrp="1"/>
          </p:cNvSpPr>
          <p:nvPr>
            <p:ph type="pic" idx="2"/>
          </p:nvPr>
        </p:nvSpPr>
        <p:spPr>
          <a:xfrm>
            <a:off x="5843075" y="632300"/>
            <a:ext cx="2615100" cy="3918900"/>
          </a:xfrm>
          <a:prstGeom prst="roundRect">
            <a:avLst>
              <a:gd name="adj" fmla="val 16667"/>
            </a:avLst>
          </a:prstGeom>
          <a:noFill/>
          <a:ln>
            <a:noFill/>
          </a:ln>
        </p:spPr>
      </p:sp>
      <p:sp>
        <p:nvSpPr>
          <p:cNvPr id="64" name="Google Shape;64;p15"/>
          <p:cNvSpPr txBox="1">
            <a:spLocks noGrp="1"/>
          </p:cNvSpPr>
          <p:nvPr>
            <p:ph type="title"/>
          </p:nvPr>
        </p:nvSpPr>
        <p:spPr>
          <a:xfrm>
            <a:off x="632175" y="920625"/>
            <a:ext cx="5046000" cy="726900"/>
          </a:xfrm>
          <a:prstGeom prst="rect">
            <a:avLst/>
          </a:prstGeom>
        </p:spPr>
        <p:txBody>
          <a:bodyPr spcFirstLastPara="1" wrap="square" lIns="91425" tIns="91425" rIns="91425" bIns="91425" anchor="ctr" anchorCtr="0">
            <a:no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pic>
        <p:nvPicPr>
          <p:cNvPr id="65" name="Google Shape;65;p15"/>
          <p:cNvPicPr preferRelativeResize="0"/>
          <p:nvPr/>
        </p:nvPicPr>
        <p:blipFill>
          <a:blip r:embed="rId3">
            <a:alphaModFix/>
          </a:blip>
          <a:stretch>
            <a:fillRect/>
          </a:stretch>
        </p:blipFill>
        <p:spPr>
          <a:xfrm rot="5400000">
            <a:off x="727196" y="475900"/>
            <a:ext cx="374904" cy="374904"/>
          </a:xfrm>
          <a:prstGeom prst="rect">
            <a:avLst/>
          </a:prstGeom>
          <a:noFill/>
          <a:ln>
            <a:noFill/>
          </a:ln>
        </p:spPr>
      </p:pic>
      <p:sp>
        <p:nvSpPr>
          <p:cNvPr id="66" name="Google Shape;66;p15"/>
          <p:cNvSpPr txBox="1">
            <a:spLocks noGrp="1"/>
          </p:cNvSpPr>
          <p:nvPr>
            <p:ph type="subTitle" idx="1"/>
          </p:nvPr>
        </p:nvSpPr>
        <p:spPr>
          <a:xfrm>
            <a:off x="642700" y="1723725"/>
            <a:ext cx="3763800" cy="2827500"/>
          </a:xfrm>
          <a:prstGeom prst="rect">
            <a:avLst/>
          </a:prstGeom>
        </p:spPr>
        <p:txBody>
          <a:bodyPr spcFirstLastPara="1" wrap="square" lIns="91425" tIns="91425" rIns="91425" bIns="91425" anchor="t" anchorCtr="0">
            <a:normAutofit/>
          </a:bodyPr>
          <a:lstStyle>
            <a:lvl1pPr lvl="0">
              <a:spcBef>
                <a:spcPts val="0"/>
              </a:spcBef>
              <a:spcAft>
                <a:spcPts val="0"/>
              </a:spcAft>
              <a:buSzPts val="13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405">
          <p15:clr>
            <a:srgbClr val="E46962"/>
          </p15:clr>
        </p15:guide>
        <p15:guide id="4" orient="horz" pos="628">
          <p15:clr>
            <a:srgbClr val="E46962"/>
          </p15:clr>
        </p15:guide>
        <p15:guide id="5" pos="5328">
          <p15:clr>
            <a:srgbClr val="E46962"/>
          </p15:clr>
        </p15:guide>
        <p15:guide id="6" orient="horz" pos="891">
          <p15:clr>
            <a:srgbClr val="E46962"/>
          </p15:clr>
        </p15:guide>
        <p15:guide id="7" orient="horz" pos="1086">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A_Title_Body_1_no_image">
  <p:cSld name="TITLE_1_2">
    <p:spTree>
      <p:nvGrpSpPr>
        <p:cNvPr id="1" name="Shape 67"/>
        <p:cNvGrpSpPr/>
        <p:nvPr/>
      </p:nvGrpSpPr>
      <p:grpSpPr>
        <a:xfrm>
          <a:off x="0" y="0"/>
          <a:ext cx="0" cy="0"/>
          <a:chOff x="0" y="0"/>
          <a:chExt cx="0" cy="0"/>
        </a:xfrm>
      </p:grpSpPr>
      <p:sp>
        <p:nvSpPr>
          <p:cNvPr id="68" name="Google Shape;68;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69" name="Google Shape;69;p16"/>
          <p:cNvPicPr preferRelativeResize="0"/>
          <p:nvPr/>
        </p:nvPicPr>
        <p:blipFill>
          <a:blip r:embed="rId2">
            <a:alphaModFix/>
          </a:blip>
          <a:stretch>
            <a:fillRect/>
          </a:stretch>
        </p:blipFill>
        <p:spPr>
          <a:xfrm>
            <a:off x="6477450" y="2488875"/>
            <a:ext cx="2666551" cy="2654624"/>
          </a:xfrm>
          <a:prstGeom prst="rect">
            <a:avLst/>
          </a:prstGeom>
          <a:noFill/>
          <a:ln>
            <a:noFill/>
          </a:ln>
        </p:spPr>
      </p:pic>
      <p:sp>
        <p:nvSpPr>
          <p:cNvPr id="70" name="Google Shape;70;p16"/>
          <p:cNvSpPr txBox="1">
            <a:spLocks noGrp="1"/>
          </p:cNvSpPr>
          <p:nvPr>
            <p:ph type="title"/>
          </p:nvPr>
        </p:nvSpPr>
        <p:spPr>
          <a:xfrm>
            <a:off x="632175" y="920625"/>
            <a:ext cx="6485100" cy="726900"/>
          </a:xfrm>
          <a:prstGeom prst="rect">
            <a:avLst/>
          </a:prstGeom>
        </p:spPr>
        <p:txBody>
          <a:bodyPr spcFirstLastPara="1" wrap="square" lIns="91425" tIns="91425" rIns="91425" bIns="91425" anchor="ctr" anchorCtr="0">
            <a:no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pic>
        <p:nvPicPr>
          <p:cNvPr id="71" name="Google Shape;71;p16"/>
          <p:cNvPicPr preferRelativeResize="0"/>
          <p:nvPr/>
        </p:nvPicPr>
        <p:blipFill>
          <a:blip r:embed="rId3">
            <a:alphaModFix/>
          </a:blip>
          <a:stretch>
            <a:fillRect/>
          </a:stretch>
        </p:blipFill>
        <p:spPr>
          <a:xfrm rot="5400000">
            <a:off x="727196" y="475900"/>
            <a:ext cx="374904" cy="374904"/>
          </a:xfrm>
          <a:prstGeom prst="rect">
            <a:avLst/>
          </a:prstGeom>
          <a:noFill/>
          <a:ln>
            <a:noFill/>
          </a:ln>
        </p:spPr>
      </p:pic>
      <p:sp>
        <p:nvSpPr>
          <p:cNvPr id="72" name="Google Shape;72;p16"/>
          <p:cNvSpPr txBox="1">
            <a:spLocks noGrp="1"/>
          </p:cNvSpPr>
          <p:nvPr>
            <p:ph type="subTitle" idx="1"/>
          </p:nvPr>
        </p:nvSpPr>
        <p:spPr>
          <a:xfrm>
            <a:off x="642700" y="1589400"/>
            <a:ext cx="6474600" cy="3030900"/>
          </a:xfrm>
          <a:prstGeom prst="rect">
            <a:avLst/>
          </a:prstGeom>
        </p:spPr>
        <p:txBody>
          <a:bodyPr spcFirstLastPara="1" wrap="square" lIns="91425" tIns="91425" rIns="91425" bIns="91425" anchor="t" anchorCtr="0">
            <a:normAutofit/>
          </a:bodyPr>
          <a:lstStyle>
            <a:lvl1pPr lvl="0">
              <a:spcBef>
                <a:spcPts val="0"/>
              </a:spcBef>
              <a:spcAft>
                <a:spcPts val="0"/>
              </a:spcAft>
              <a:buSzPts val="13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405">
          <p15:clr>
            <a:srgbClr val="E46962"/>
          </p15:clr>
        </p15:guide>
        <p15:guide id="4" orient="horz" pos="628">
          <p15:clr>
            <a:srgbClr val="E46962"/>
          </p15:clr>
        </p15:guide>
        <p15:guide id="5" pos="5328">
          <p15:clr>
            <a:srgbClr val="E46962"/>
          </p15:clr>
        </p15:guide>
        <p15:guide id="6" orient="horz" pos="891">
          <p15:clr>
            <a:srgbClr val="E46962"/>
          </p15:clr>
        </p15:guide>
        <p15:guide id="7" orient="horz" pos="1086">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A_Title_Body_2">
  <p:cSld name="TITLE_1_1">
    <p:spTree>
      <p:nvGrpSpPr>
        <p:cNvPr id="1" name="Shape 73"/>
        <p:cNvGrpSpPr/>
        <p:nvPr/>
      </p:nvGrpSpPr>
      <p:grpSpPr>
        <a:xfrm>
          <a:off x="0" y="0"/>
          <a:ext cx="0" cy="0"/>
          <a:chOff x="0" y="0"/>
          <a:chExt cx="0" cy="0"/>
        </a:xfrm>
      </p:grpSpPr>
      <p:pic>
        <p:nvPicPr>
          <p:cNvPr id="74" name="Google Shape;74;p17"/>
          <p:cNvPicPr preferRelativeResize="0"/>
          <p:nvPr/>
        </p:nvPicPr>
        <p:blipFill rotWithShape="1">
          <a:blip r:embed="rId2">
            <a:alphaModFix/>
          </a:blip>
          <a:srcRect r="49205"/>
          <a:stretch/>
        </p:blipFill>
        <p:spPr>
          <a:xfrm flipH="1">
            <a:off x="0" y="-348137"/>
            <a:ext cx="1836600" cy="3599400"/>
          </a:xfrm>
          <a:prstGeom prst="rect">
            <a:avLst/>
          </a:prstGeom>
          <a:noFill/>
          <a:ln>
            <a:noFill/>
          </a:ln>
        </p:spPr>
      </p:pic>
      <p:pic>
        <p:nvPicPr>
          <p:cNvPr id="75" name="Google Shape;75;p17"/>
          <p:cNvPicPr preferRelativeResize="0"/>
          <p:nvPr/>
        </p:nvPicPr>
        <p:blipFill rotWithShape="1">
          <a:blip r:embed="rId2">
            <a:alphaModFix/>
          </a:blip>
          <a:srcRect r="49205"/>
          <a:stretch/>
        </p:blipFill>
        <p:spPr>
          <a:xfrm rot="10800000">
            <a:off x="0" y="1892237"/>
            <a:ext cx="1836600" cy="3599400"/>
          </a:xfrm>
          <a:prstGeom prst="rect">
            <a:avLst/>
          </a:prstGeom>
          <a:noFill/>
          <a:ln>
            <a:noFill/>
          </a:ln>
        </p:spPr>
      </p:pic>
      <p:sp>
        <p:nvSpPr>
          <p:cNvPr id="76" name="Google Shape;76;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77" name="Google Shape;77;p17"/>
          <p:cNvSpPr>
            <a:spLocks noGrp="1"/>
          </p:cNvSpPr>
          <p:nvPr>
            <p:ph type="pic" idx="2"/>
          </p:nvPr>
        </p:nvSpPr>
        <p:spPr>
          <a:xfrm>
            <a:off x="642700" y="632300"/>
            <a:ext cx="2615100" cy="3918900"/>
          </a:xfrm>
          <a:prstGeom prst="roundRect">
            <a:avLst>
              <a:gd name="adj" fmla="val 16667"/>
            </a:avLst>
          </a:prstGeom>
          <a:noFill/>
          <a:ln>
            <a:noFill/>
          </a:ln>
        </p:spPr>
      </p:sp>
      <p:sp>
        <p:nvSpPr>
          <p:cNvPr id="78" name="Google Shape;78;p17"/>
          <p:cNvSpPr/>
          <p:nvPr/>
        </p:nvSpPr>
        <p:spPr>
          <a:xfrm rot="-695">
            <a:off x="8410293" y="4393362"/>
            <a:ext cx="1484700" cy="1476900"/>
          </a:xfrm>
          <a:prstGeom prst="pie">
            <a:avLst>
              <a:gd name="adj1" fmla="val 10804369"/>
              <a:gd name="adj2" fmla="val 16200000"/>
            </a:avLst>
          </a:prstGeom>
          <a:gradFill>
            <a:gsLst>
              <a:gs pos="0">
                <a:srgbClr val="FFC982"/>
              </a:gs>
              <a:gs pos="100000">
                <a:srgbClr val="F58F09"/>
              </a:gs>
            </a:gsLst>
            <a:path path="circle">
              <a:fillToRect l="50000" t="50000" r="50000" b="50000"/>
            </a:path>
            <a:tileRect/>
          </a:gradFill>
          <a:ln w="9525"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2C2C2C"/>
              </a:solidFill>
            </a:endParaRPr>
          </a:p>
        </p:txBody>
      </p:sp>
      <p:sp>
        <p:nvSpPr>
          <p:cNvPr id="79" name="Google Shape;79;p17"/>
          <p:cNvSpPr txBox="1">
            <a:spLocks noGrp="1"/>
          </p:cNvSpPr>
          <p:nvPr>
            <p:ph type="title"/>
          </p:nvPr>
        </p:nvSpPr>
        <p:spPr>
          <a:xfrm>
            <a:off x="4722075" y="997400"/>
            <a:ext cx="3589800" cy="650100"/>
          </a:xfrm>
          <a:prstGeom prst="rect">
            <a:avLst/>
          </a:prstGeom>
        </p:spPr>
        <p:txBody>
          <a:bodyPr spcFirstLastPara="1" wrap="square" lIns="91425" tIns="91425" rIns="91425" bIns="91425" anchor="ctr" anchorCtr="0">
            <a:sp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sp>
        <p:nvSpPr>
          <p:cNvPr id="80" name="Google Shape;80;p17"/>
          <p:cNvSpPr/>
          <p:nvPr/>
        </p:nvSpPr>
        <p:spPr>
          <a:xfrm>
            <a:off x="4800600" y="632300"/>
            <a:ext cx="775500" cy="131400"/>
          </a:xfrm>
          <a:prstGeom prst="roundRect">
            <a:avLst>
              <a:gd name="adj" fmla="val 50000"/>
            </a:avLst>
          </a:prstGeom>
          <a:solidFill>
            <a:srgbClr val="F47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7"/>
          <p:cNvSpPr txBox="1">
            <a:spLocks noGrp="1"/>
          </p:cNvSpPr>
          <p:nvPr>
            <p:ph type="subTitle" idx="1"/>
          </p:nvPr>
        </p:nvSpPr>
        <p:spPr>
          <a:xfrm>
            <a:off x="4722075" y="1959150"/>
            <a:ext cx="3589800" cy="2742300"/>
          </a:xfrm>
          <a:prstGeom prst="rect">
            <a:avLst/>
          </a:prstGeom>
        </p:spPr>
        <p:txBody>
          <a:bodyPr spcFirstLastPara="1" wrap="square" lIns="91425" tIns="91425" rIns="91425" bIns="91425" anchor="t" anchorCtr="0">
            <a:normAutofit/>
          </a:bodyPr>
          <a:lstStyle>
            <a:lvl1pPr lvl="0">
              <a:spcBef>
                <a:spcPts val="0"/>
              </a:spcBef>
              <a:spcAft>
                <a:spcPts val="0"/>
              </a:spcAft>
              <a:buSzPts val="13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3024">
          <p15:clr>
            <a:srgbClr val="E46962"/>
          </p15:clr>
        </p15:guide>
        <p15:guide id="3" pos="405">
          <p15:clr>
            <a:srgbClr val="E46962"/>
          </p15:clr>
        </p15:guide>
        <p15:guide id="4" orient="horz" pos="628">
          <p15:clr>
            <a:srgbClr val="E46962"/>
          </p15:clr>
        </p15:guide>
        <p15:guide id="5" pos="5328">
          <p15:clr>
            <a:srgbClr val="E46962"/>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ints 2_1">
  <p:cSld name="TITLE_1_1_2">
    <p:spTree>
      <p:nvGrpSpPr>
        <p:cNvPr id="1" name="Shape 82"/>
        <p:cNvGrpSpPr/>
        <p:nvPr/>
      </p:nvGrpSpPr>
      <p:grpSpPr>
        <a:xfrm>
          <a:off x="0" y="0"/>
          <a:ext cx="0" cy="0"/>
          <a:chOff x="0" y="0"/>
          <a:chExt cx="0" cy="0"/>
        </a:xfrm>
      </p:grpSpPr>
      <p:sp>
        <p:nvSpPr>
          <p:cNvPr id="83" name="Google Shape;83;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84" name="Google Shape;84;p18"/>
          <p:cNvSpPr txBox="1">
            <a:spLocks noGrp="1"/>
          </p:cNvSpPr>
          <p:nvPr>
            <p:ph type="title"/>
          </p:nvPr>
        </p:nvSpPr>
        <p:spPr>
          <a:xfrm>
            <a:off x="4135200" y="650250"/>
            <a:ext cx="4270500" cy="726900"/>
          </a:xfrm>
          <a:prstGeom prst="rect">
            <a:avLst/>
          </a:prstGeom>
        </p:spPr>
        <p:txBody>
          <a:bodyPr spcFirstLastPara="1" wrap="square" lIns="91425" tIns="91425" rIns="91425" bIns="91425" anchor="ctr" anchorCtr="0">
            <a:norm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sp>
        <p:nvSpPr>
          <p:cNvPr id="85" name="Google Shape;85;p18"/>
          <p:cNvSpPr txBox="1"/>
          <p:nvPr/>
        </p:nvSpPr>
        <p:spPr>
          <a:xfrm>
            <a:off x="4135195" y="174107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01</a:t>
            </a:r>
            <a:endParaRPr sz="2000" b="1">
              <a:solidFill>
                <a:schemeClr val="accent4"/>
              </a:solidFill>
              <a:latin typeface="League Spartan"/>
              <a:ea typeface="League Spartan"/>
              <a:cs typeface="League Spartan"/>
              <a:sym typeface="League Spartan"/>
            </a:endParaRPr>
          </a:p>
        </p:txBody>
      </p:sp>
      <p:sp>
        <p:nvSpPr>
          <p:cNvPr id="86" name="Google Shape;86;p18"/>
          <p:cNvSpPr txBox="1">
            <a:spLocks noGrp="1"/>
          </p:cNvSpPr>
          <p:nvPr>
            <p:ph type="subTitle" idx="1"/>
          </p:nvPr>
        </p:nvSpPr>
        <p:spPr>
          <a:xfrm>
            <a:off x="4678425" y="16871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87" name="Google Shape;87;p18"/>
          <p:cNvSpPr txBox="1"/>
          <p:nvPr/>
        </p:nvSpPr>
        <p:spPr>
          <a:xfrm>
            <a:off x="4135195" y="2768100"/>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02</a:t>
            </a:r>
            <a:endParaRPr sz="2000" b="1">
              <a:solidFill>
                <a:schemeClr val="accent4"/>
              </a:solidFill>
              <a:latin typeface="League Spartan"/>
              <a:ea typeface="League Spartan"/>
              <a:cs typeface="League Spartan"/>
              <a:sym typeface="League Spartan"/>
            </a:endParaRPr>
          </a:p>
        </p:txBody>
      </p:sp>
      <p:sp>
        <p:nvSpPr>
          <p:cNvPr id="88" name="Google Shape;88;p18"/>
          <p:cNvSpPr txBox="1">
            <a:spLocks noGrp="1"/>
          </p:cNvSpPr>
          <p:nvPr>
            <p:ph type="subTitle" idx="2"/>
          </p:nvPr>
        </p:nvSpPr>
        <p:spPr>
          <a:xfrm>
            <a:off x="4678425" y="27263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89" name="Google Shape;89;p18"/>
          <p:cNvSpPr>
            <a:spLocks noGrp="1"/>
          </p:cNvSpPr>
          <p:nvPr>
            <p:ph type="pic" idx="3"/>
          </p:nvPr>
        </p:nvSpPr>
        <p:spPr>
          <a:xfrm>
            <a:off x="642700" y="632300"/>
            <a:ext cx="2615100" cy="3918900"/>
          </a:xfrm>
          <a:prstGeom prst="roundRect">
            <a:avLst>
              <a:gd name="adj" fmla="val 16667"/>
            </a:avLst>
          </a:prstGeom>
          <a:noFill/>
          <a:ln>
            <a:noFill/>
          </a:ln>
        </p:spPr>
      </p:sp>
      <p:pic>
        <p:nvPicPr>
          <p:cNvPr id="90" name="Google Shape;90;p18"/>
          <p:cNvPicPr preferRelativeResize="0"/>
          <p:nvPr/>
        </p:nvPicPr>
        <p:blipFill rotWithShape="1">
          <a:blip r:embed="rId2">
            <a:alphaModFix/>
          </a:blip>
          <a:srcRect r="49205"/>
          <a:stretch/>
        </p:blipFill>
        <p:spPr>
          <a:xfrm flipH="1">
            <a:off x="0" y="-348137"/>
            <a:ext cx="1836600" cy="3599400"/>
          </a:xfrm>
          <a:prstGeom prst="rect">
            <a:avLst/>
          </a:prstGeom>
          <a:noFill/>
          <a:ln>
            <a:noFill/>
          </a:ln>
        </p:spPr>
      </p:pic>
      <p:pic>
        <p:nvPicPr>
          <p:cNvPr id="91" name="Google Shape;91;p18"/>
          <p:cNvPicPr preferRelativeResize="0"/>
          <p:nvPr/>
        </p:nvPicPr>
        <p:blipFill rotWithShape="1">
          <a:blip r:embed="rId2">
            <a:alphaModFix/>
          </a:blip>
          <a:srcRect r="49205"/>
          <a:stretch/>
        </p:blipFill>
        <p:spPr>
          <a:xfrm rot="10800000">
            <a:off x="0" y="1892237"/>
            <a:ext cx="1836600" cy="3599400"/>
          </a:xfrm>
          <a:prstGeom prst="rect">
            <a:avLst/>
          </a:prstGeom>
          <a:noFill/>
          <a:ln>
            <a:noFill/>
          </a:ln>
        </p:spPr>
      </p:pic>
      <p:sp>
        <p:nvSpPr>
          <p:cNvPr id="92" name="Google Shape;92;p18"/>
          <p:cNvSpPr/>
          <p:nvPr/>
        </p:nvSpPr>
        <p:spPr>
          <a:xfrm rot="-695">
            <a:off x="8410293" y="4393362"/>
            <a:ext cx="1484700" cy="1476900"/>
          </a:xfrm>
          <a:prstGeom prst="pie">
            <a:avLst>
              <a:gd name="adj1" fmla="val 10804369"/>
              <a:gd name="adj2" fmla="val 16200000"/>
            </a:avLst>
          </a:prstGeom>
          <a:gradFill>
            <a:gsLst>
              <a:gs pos="0">
                <a:srgbClr val="FFC982"/>
              </a:gs>
              <a:gs pos="100000">
                <a:srgbClr val="F58F09"/>
              </a:gs>
            </a:gsLst>
            <a:path path="circle">
              <a:fillToRect l="50000" t="50000" r="50000" b="50000"/>
            </a:path>
            <a:tileRect/>
          </a:gradFill>
          <a:ln w="9525"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2C2C2C"/>
              </a:solidFill>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664">
          <p15:clr>
            <a:srgbClr val="E46962"/>
          </p15:clr>
        </p15:guide>
        <p15:guide id="3" pos="405">
          <p15:clr>
            <a:srgbClr val="E46962"/>
          </p15:clr>
        </p15:guide>
        <p15:guide id="4" pos="5328">
          <p15:clr>
            <a:srgbClr val="E46962"/>
          </p15:clr>
        </p15:guide>
        <p15:guide id="5" orient="horz" pos="409">
          <p15:clr>
            <a:srgbClr val="E46962"/>
          </p15:clr>
        </p15:guide>
        <p15:guide id="6" orient="horz" pos="1005">
          <p15:clr>
            <a:srgbClr val="E46962"/>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oints 3_2">
  <p:cSld name="TITLE_1_1_2_1_1">
    <p:spTree>
      <p:nvGrpSpPr>
        <p:cNvPr id="1" name="Shape 93"/>
        <p:cNvGrpSpPr/>
        <p:nvPr/>
      </p:nvGrpSpPr>
      <p:grpSpPr>
        <a:xfrm>
          <a:off x="0" y="0"/>
          <a:ext cx="0" cy="0"/>
          <a:chOff x="0" y="0"/>
          <a:chExt cx="0" cy="0"/>
        </a:xfrm>
      </p:grpSpPr>
      <p:sp>
        <p:nvSpPr>
          <p:cNvPr id="94" name="Google Shape;94;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95" name="Google Shape;95;p19"/>
          <p:cNvSpPr txBox="1">
            <a:spLocks noGrp="1"/>
          </p:cNvSpPr>
          <p:nvPr>
            <p:ph type="title"/>
          </p:nvPr>
        </p:nvSpPr>
        <p:spPr>
          <a:xfrm>
            <a:off x="642700" y="650250"/>
            <a:ext cx="4270500" cy="726900"/>
          </a:xfrm>
          <a:prstGeom prst="rect">
            <a:avLst/>
          </a:prstGeom>
        </p:spPr>
        <p:txBody>
          <a:bodyPr spcFirstLastPara="1" wrap="square" lIns="91425" tIns="91425" rIns="91425" bIns="91425" anchor="ctr" anchorCtr="0">
            <a:norm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sp>
        <p:nvSpPr>
          <p:cNvPr id="96" name="Google Shape;96;p19"/>
          <p:cNvSpPr txBox="1"/>
          <p:nvPr/>
        </p:nvSpPr>
        <p:spPr>
          <a:xfrm>
            <a:off x="642695" y="174107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Poppins"/>
                <a:ea typeface="Poppins"/>
                <a:cs typeface="Poppins"/>
                <a:sym typeface="Poppins"/>
              </a:rPr>
              <a:t>01</a:t>
            </a:r>
            <a:endParaRPr sz="2000">
              <a:solidFill>
                <a:schemeClr val="accent4"/>
              </a:solidFill>
            </a:endParaRPr>
          </a:p>
        </p:txBody>
      </p:sp>
      <p:sp>
        <p:nvSpPr>
          <p:cNvPr id="97" name="Google Shape;97;p19"/>
          <p:cNvSpPr txBox="1">
            <a:spLocks noGrp="1"/>
          </p:cNvSpPr>
          <p:nvPr>
            <p:ph type="subTitle" idx="1"/>
          </p:nvPr>
        </p:nvSpPr>
        <p:spPr>
          <a:xfrm>
            <a:off x="1185925" y="16871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98" name="Google Shape;98;p19"/>
          <p:cNvSpPr txBox="1"/>
          <p:nvPr/>
        </p:nvSpPr>
        <p:spPr>
          <a:xfrm>
            <a:off x="642695" y="2768100"/>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Poppins"/>
                <a:ea typeface="Poppins"/>
                <a:cs typeface="Poppins"/>
                <a:sym typeface="Poppins"/>
              </a:rPr>
              <a:t>02</a:t>
            </a:r>
            <a:endParaRPr sz="2000">
              <a:solidFill>
                <a:schemeClr val="accent4"/>
              </a:solidFill>
            </a:endParaRPr>
          </a:p>
        </p:txBody>
      </p:sp>
      <p:sp>
        <p:nvSpPr>
          <p:cNvPr id="99" name="Google Shape;99;p19"/>
          <p:cNvSpPr txBox="1">
            <a:spLocks noGrp="1"/>
          </p:cNvSpPr>
          <p:nvPr>
            <p:ph type="subTitle" idx="2"/>
          </p:nvPr>
        </p:nvSpPr>
        <p:spPr>
          <a:xfrm>
            <a:off x="1185925" y="27263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00" name="Google Shape;100;p19"/>
          <p:cNvSpPr txBox="1"/>
          <p:nvPr/>
        </p:nvSpPr>
        <p:spPr>
          <a:xfrm>
            <a:off x="642695" y="3807300"/>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Poppins"/>
                <a:ea typeface="Poppins"/>
                <a:cs typeface="Poppins"/>
                <a:sym typeface="Poppins"/>
              </a:rPr>
              <a:t>03</a:t>
            </a:r>
            <a:endParaRPr sz="2000">
              <a:solidFill>
                <a:schemeClr val="accent4"/>
              </a:solidFill>
            </a:endParaRPr>
          </a:p>
        </p:txBody>
      </p:sp>
      <p:sp>
        <p:nvSpPr>
          <p:cNvPr id="101" name="Google Shape;101;p19"/>
          <p:cNvSpPr txBox="1">
            <a:spLocks noGrp="1"/>
          </p:cNvSpPr>
          <p:nvPr>
            <p:ph type="subTitle" idx="3"/>
          </p:nvPr>
        </p:nvSpPr>
        <p:spPr>
          <a:xfrm>
            <a:off x="1185925" y="37655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pic>
        <p:nvPicPr>
          <p:cNvPr id="102" name="Google Shape;102;p19"/>
          <p:cNvPicPr preferRelativeResize="0"/>
          <p:nvPr/>
        </p:nvPicPr>
        <p:blipFill>
          <a:blip r:embed="rId2">
            <a:alphaModFix/>
          </a:blip>
          <a:stretch>
            <a:fillRect/>
          </a:stretch>
        </p:blipFill>
        <p:spPr>
          <a:xfrm>
            <a:off x="5899075" y="1913100"/>
            <a:ext cx="3244926" cy="3230399"/>
          </a:xfrm>
          <a:prstGeom prst="rect">
            <a:avLst/>
          </a:prstGeom>
          <a:noFill/>
          <a:ln>
            <a:noFill/>
          </a:ln>
        </p:spPr>
      </p:pic>
      <p:sp>
        <p:nvSpPr>
          <p:cNvPr id="103" name="Google Shape;103;p19"/>
          <p:cNvSpPr>
            <a:spLocks noGrp="1"/>
          </p:cNvSpPr>
          <p:nvPr>
            <p:ph type="pic" idx="4"/>
          </p:nvPr>
        </p:nvSpPr>
        <p:spPr>
          <a:xfrm>
            <a:off x="5843075" y="632300"/>
            <a:ext cx="2615100" cy="3918900"/>
          </a:xfrm>
          <a:prstGeom prst="roundRect">
            <a:avLst>
              <a:gd name="adj" fmla="val 16667"/>
            </a:avLst>
          </a:prstGeom>
          <a:noFill/>
          <a:ln>
            <a:noFill/>
          </a:ln>
        </p:spPr>
      </p:sp>
    </p:spTree>
  </p:cSld>
  <p:clrMapOvr>
    <a:masterClrMapping/>
  </p:clrMapOvr>
  <p:extLst>
    <p:ext uri="{DCECCB84-F9BA-43D5-87BE-67443E8EF086}">
      <p15:sldGuideLst xmlns:p15="http://schemas.microsoft.com/office/powerpoint/2012/main">
        <p15:guide id="1" orient="horz" pos="1620">
          <p15:clr>
            <a:srgbClr val="E46962"/>
          </p15:clr>
        </p15:guide>
        <p15:guide id="2" pos="2664">
          <p15:clr>
            <a:srgbClr val="E46962"/>
          </p15:clr>
        </p15:guide>
        <p15:guide id="3" pos="405">
          <p15:clr>
            <a:srgbClr val="E46962"/>
          </p15:clr>
        </p15:guide>
        <p15:guide id="4" pos="5328">
          <p15:clr>
            <a:srgbClr val="E46962"/>
          </p15:clr>
        </p15:guide>
        <p15:guide id="5" orient="horz" pos="409">
          <p15:clr>
            <a:srgbClr val="E46962"/>
          </p15:clr>
        </p15:guide>
        <p15:guide id="6" orient="horz" pos="1005">
          <p15:clr>
            <a:srgbClr val="E46962"/>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Points 2_2">
  <p:cSld name="TITLE_1_1_2_1">
    <p:spTree>
      <p:nvGrpSpPr>
        <p:cNvPr id="1" name="Shape 104"/>
        <p:cNvGrpSpPr/>
        <p:nvPr/>
      </p:nvGrpSpPr>
      <p:grpSpPr>
        <a:xfrm>
          <a:off x="0" y="0"/>
          <a:ext cx="0" cy="0"/>
          <a:chOff x="0" y="0"/>
          <a:chExt cx="0" cy="0"/>
        </a:xfrm>
      </p:grpSpPr>
      <p:sp>
        <p:nvSpPr>
          <p:cNvPr id="105" name="Google Shape;105;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06" name="Google Shape;106;p20"/>
          <p:cNvSpPr txBox="1">
            <a:spLocks noGrp="1"/>
          </p:cNvSpPr>
          <p:nvPr>
            <p:ph type="title"/>
          </p:nvPr>
        </p:nvSpPr>
        <p:spPr>
          <a:xfrm>
            <a:off x="642700" y="650250"/>
            <a:ext cx="4270500" cy="726900"/>
          </a:xfrm>
          <a:prstGeom prst="rect">
            <a:avLst/>
          </a:prstGeom>
        </p:spPr>
        <p:txBody>
          <a:bodyPr spcFirstLastPara="1" wrap="square" lIns="91425" tIns="91425" rIns="91425" bIns="91425" anchor="ctr" anchorCtr="0">
            <a:norm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sp>
        <p:nvSpPr>
          <p:cNvPr id="107" name="Google Shape;107;p20"/>
          <p:cNvSpPr txBox="1"/>
          <p:nvPr/>
        </p:nvSpPr>
        <p:spPr>
          <a:xfrm>
            <a:off x="642695" y="174107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01</a:t>
            </a:r>
            <a:endParaRPr sz="2000" b="1">
              <a:solidFill>
                <a:schemeClr val="accent4"/>
              </a:solidFill>
              <a:latin typeface="League Spartan"/>
              <a:ea typeface="League Spartan"/>
              <a:cs typeface="League Spartan"/>
              <a:sym typeface="League Spartan"/>
            </a:endParaRPr>
          </a:p>
        </p:txBody>
      </p:sp>
      <p:sp>
        <p:nvSpPr>
          <p:cNvPr id="108" name="Google Shape;108;p20"/>
          <p:cNvSpPr txBox="1">
            <a:spLocks noGrp="1"/>
          </p:cNvSpPr>
          <p:nvPr>
            <p:ph type="subTitle" idx="1"/>
          </p:nvPr>
        </p:nvSpPr>
        <p:spPr>
          <a:xfrm>
            <a:off x="1185925" y="16871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09" name="Google Shape;109;p20"/>
          <p:cNvSpPr txBox="1"/>
          <p:nvPr/>
        </p:nvSpPr>
        <p:spPr>
          <a:xfrm>
            <a:off x="642695" y="2768100"/>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02</a:t>
            </a:r>
            <a:endParaRPr sz="2000" b="1">
              <a:solidFill>
                <a:schemeClr val="accent4"/>
              </a:solidFill>
              <a:latin typeface="League Spartan"/>
              <a:ea typeface="League Spartan"/>
              <a:cs typeface="League Spartan"/>
              <a:sym typeface="League Spartan"/>
            </a:endParaRPr>
          </a:p>
        </p:txBody>
      </p:sp>
      <p:sp>
        <p:nvSpPr>
          <p:cNvPr id="110" name="Google Shape;110;p20"/>
          <p:cNvSpPr txBox="1">
            <a:spLocks noGrp="1"/>
          </p:cNvSpPr>
          <p:nvPr>
            <p:ph type="subTitle" idx="2"/>
          </p:nvPr>
        </p:nvSpPr>
        <p:spPr>
          <a:xfrm>
            <a:off x="1185925" y="2726325"/>
            <a:ext cx="3727200" cy="9348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pic>
        <p:nvPicPr>
          <p:cNvPr id="111" name="Google Shape;111;p20"/>
          <p:cNvPicPr preferRelativeResize="0"/>
          <p:nvPr/>
        </p:nvPicPr>
        <p:blipFill>
          <a:blip r:embed="rId2">
            <a:alphaModFix/>
          </a:blip>
          <a:stretch>
            <a:fillRect/>
          </a:stretch>
        </p:blipFill>
        <p:spPr>
          <a:xfrm>
            <a:off x="5899075" y="1913100"/>
            <a:ext cx="3244926" cy="3230399"/>
          </a:xfrm>
          <a:prstGeom prst="rect">
            <a:avLst/>
          </a:prstGeom>
          <a:noFill/>
          <a:ln>
            <a:noFill/>
          </a:ln>
        </p:spPr>
      </p:pic>
      <p:sp>
        <p:nvSpPr>
          <p:cNvPr id="112" name="Google Shape;112;p20"/>
          <p:cNvSpPr>
            <a:spLocks noGrp="1"/>
          </p:cNvSpPr>
          <p:nvPr>
            <p:ph type="pic" idx="3"/>
          </p:nvPr>
        </p:nvSpPr>
        <p:spPr>
          <a:xfrm>
            <a:off x="5843075" y="632300"/>
            <a:ext cx="2615100" cy="3918900"/>
          </a:xfrm>
          <a:prstGeom prst="roundRect">
            <a:avLst>
              <a:gd name="adj" fmla="val 16667"/>
            </a:avLst>
          </a:prstGeom>
          <a:noFill/>
          <a:ln>
            <a:noFill/>
          </a:ln>
        </p:spPr>
      </p:sp>
    </p:spTree>
  </p:cSld>
  <p:clrMapOvr>
    <a:masterClrMapping/>
  </p:clrMapOvr>
  <p:extLst>
    <p:ext uri="{DCECCB84-F9BA-43D5-87BE-67443E8EF086}">
      <p15:sldGuideLst xmlns:p15="http://schemas.microsoft.com/office/powerpoint/2012/main">
        <p15:guide id="1" orient="horz" pos="1620">
          <p15:clr>
            <a:srgbClr val="E46962"/>
          </p15:clr>
        </p15:guide>
        <p15:guide id="2" pos="2664">
          <p15:clr>
            <a:srgbClr val="E46962"/>
          </p15:clr>
        </p15:guide>
        <p15:guide id="3" pos="405">
          <p15:clr>
            <a:srgbClr val="E46962"/>
          </p15:clr>
        </p15:guide>
        <p15:guide id="4" pos="5328">
          <p15:clr>
            <a:srgbClr val="E46962"/>
          </p15:clr>
        </p15:guide>
        <p15:guide id="5" orient="horz" pos="409">
          <p15:clr>
            <a:srgbClr val="E46962"/>
          </p15:clr>
        </p15:guide>
        <p15:guide id="6" orient="horz" pos="1005">
          <p15:clr>
            <a:srgbClr val="E46962"/>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A_Title_Body_3">
  <p:cSld name="TITLE_1_1_1">
    <p:spTree>
      <p:nvGrpSpPr>
        <p:cNvPr id="1" name="Shape 113"/>
        <p:cNvGrpSpPr/>
        <p:nvPr/>
      </p:nvGrpSpPr>
      <p:grpSpPr>
        <a:xfrm>
          <a:off x="0" y="0"/>
          <a:ext cx="0" cy="0"/>
          <a:chOff x="0" y="0"/>
          <a:chExt cx="0" cy="0"/>
        </a:xfrm>
      </p:grpSpPr>
      <p:sp>
        <p:nvSpPr>
          <p:cNvPr id="114" name="Google Shape;11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15" name="Google Shape;115;p21"/>
          <p:cNvSpPr txBox="1">
            <a:spLocks noGrp="1"/>
          </p:cNvSpPr>
          <p:nvPr>
            <p:ph type="subTitle" idx="1"/>
          </p:nvPr>
        </p:nvSpPr>
        <p:spPr>
          <a:xfrm>
            <a:off x="383075" y="1908900"/>
            <a:ext cx="2469000" cy="4074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sz="12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16" name="Google Shape;116;p21"/>
          <p:cNvSpPr txBox="1">
            <a:spLocks noGrp="1"/>
          </p:cNvSpPr>
          <p:nvPr>
            <p:ph type="subTitle" idx="2"/>
          </p:nvPr>
        </p:nvSpPr>
        <p:spPr>
          <a:xfrm>
            <a:off x="3284763" y="1908900"/>
            <a:ext cx="2469000" cy="3951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sz="12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pic>
        <p:nvPicPr>
          <p:cNvPr id="117" name="Google Shape;117;p21"/>
          <p:cNvPicPr preferRelativeResize="0"/>
          <p:nvPr/>
        </p:nvPicPr>
        <p:blipFill rotWithShape="1">
          <a:blip r:embed="rId2">
            <a:alphaModFix/>
          </a:blip>
          <a:srcRect r="49205" b="13464"/>
          <a:stretch/>
        </p:blipFill>
        <p:spPr>
          <a:xfrm flipH="1">
            <a:off x="8025" y="3162568"/>
            <a:ext cx="1168200" cy="1980900"/>
          </a:xfrm>
          <a:prstGeom prst="rect">
            <a:avLst/>
          </a:prstGeom>
          <a:noFill/>
          <a:ln>
            <a:noFill/>
          </a:ln>
        </p:spPr>
      </p:pic>
      <p:sp>
        <p:nvSpPr>
          <p:cNvPr id="118" name="Google Shape;118;p21"/>
          <p:cNvSpPr txBox="1">
            <a:spLocks noGrp="1"/>
          </p:cNvSpPr>
          <p:nvPr>
            <p:ph type="title"/>
          </p:nvPr>
        </p:nvSpPr>
        <p:spPr>
          <a:xfrm>
            <a:off x="383075" y="1011550"/>
            <a:ext cx="7753500" cy="636000"/>
          </a:xfrm>
          <a:prstGeom prst="rect">
            <a:avLst/>
          </a:prstGeom>
        </p:spPr>
        <p:txBody>
          <a:bodyPr spcFirstLastPara="1" wrap="square" lIns="91425" tIns="91425" rIns="91425" bIns="91425" anchor="ctr" anchorCtr="0">
            <a:spAutoFit/>
          </a:bodyPr>
          <a:lstStyle>
            <a:lvl1pPr lvl="0">
              <a:spcBef>
                <a:spcPts val="0"/>
              </a:spcBef>
              <a:spcAft>
                <a:spcPts val="0"/>
              </a:spcAft>
              <a:buSzPts val="2400"/>
              <a:buNone/>
              <a:defRPr sz="2400"/>
            </a:lvl1pPr>
            <a:lvl2pPr lvl="1">
              <a:spcBef>
                <a:spcPts val="0"/>
              </a:spcBef>
              <a:spcAft>
                <a:spcPts val="0"/>
              </a:spcAft>
              <a:buSzPts val="2800"/>
              <a:buNone/>
              <a:defRPr>
                <a:latin typeface="Poppins"/>
                <a:ea typeface="Poppins"/>
                <a:cs typeface="Poppins"/>
                <a:sym typeface="Poppins"/>
              </a:defRPr>
            </a:lvl2pPr>
            <a:lvl3pPr lvl="2">
              <a:spcBef>
                <a:spcPts val="0"/>
              </a:spcBef>
              <a:spcAft>
                <a:spcPts val="0"/>
              </a:spcAft>
              <a:buSzPts val="2800"/>
              <a:buNone/>
              <a:defRPr>
                <a:latin typeface="Poppins"/>
                <a:ea typeface="Poppins"/>
                <a:cs typeface="Poppins"/>
                <a:sym typeface="Poppins"/>
              </a:defRPr>
            </a:lvl3pPr>
            <a:lvl4pPr lvl="3">
              <a:spcBef>
                <a:spcPts val="0"/>
              </a:spcBef>
              <a:spcAft>
                <a:spcPts val="0"/>
              </a:spcAft>
              <a:buSzPts val="2800"/>
              <a:buNone/>
              <a:defRPr>
                <a:latin typeface="Poppins"/>
                <a:ea typeface="Poppins"/>
                <a:cs typeface="Poppins"/>
                <a:sym typeface="Poppins"/>
              </a:defRPr>
            </a:lvl4pPr>
            <a:lvl5pPr lvl="4">
              <a:spcBef>
                <a:spcPts val="0"/>
              </a:spcBef>
              <a:spcAft>
                <a:spcPts val="0"/>
              </a:spcAft>
              <a:buSzPts val="2800"/>
              <a:buNone/>
              <a:defRPr>
                <a:latin typeface="Poppins"/>
                <a:ea typeface="Poppins"/>
                <a:cs typeface="Poppins"/>
                <a:sym typeface="Poppins"/>
              </a:defRPr>
            </a:lvl5pPr>
            <a:lvl6pPr lvl="5">
              <a:spcBef>
                <a:spcPts val="0"/>
              </a:spcBef>
              <a:spcAft>
                <a:spcPts val="0"/>
              </a:spcAft>
              <a:buSzPts val="2800"/>
              <a:buNone/>
              <a:defRPr>
                <a:latin typeface="Poppins"/>
                <a:ea typeface="Poppins"/>
                <a:cs typeface="Poppins"/>
                <a:sym typeface="Poppins"/>
              </a:defRPr>
            </a:lvl6pPr>
            <a:lvl7pPr lvl="6">
              <a:spcBef>
                <a:spcPts val="0"/>
              </a:spcBef>
              <a:spcAft>
                <a:spcPts val="0"/>
              </a:spcAft>
              <a:buSzPts val="2800"/>
              <a:buNone/>
              <a:defRPr>
                <a:latin typeface="Poppins"/>
                <a:ea typeface="Poppins"/>
                <a:cs typeface="Poppins"/>
                <a:sym typeface="Poppins"/>
              </a:defRPr>
            </a:lvl7pPr>
            <a:lvl8pPr lvl="7">
              <a:spcBef>
                <a:spcPts val="0"/>
              </a:spcBef>
              <a:spcAft>
                <a:spcPts val="0"/>
              </a:spcAft>
              <a:buSzPts val="2800"/>
              <a:buNone/>
              <a:defRPr>
                <a:latin typeface="Poppins"/>
                <a:ea typeface="Poppins"/>
                <a:cs typeface="Poppins"/>
                <a:sym typeface="Poppins"/>
              </a:defRPr>
            </a:lvl8pPr>
            <a:lvl9pPr lvl="8">
              <a:spcBef>
                <a:spcPts val="0"/>
              </a:spcBef>
              <a:spcAft>
                <a:spcPts val="0"/>
              </a:spcAft>
              <a:buSzPts val="2800"/>
              <a:buNone/>
              <a:defRPr>
                <a:latin typeface="Poppins"/>
                <a:ea typeface="Poppins"/>
                <a:cs typeface="Poppins"/>
                <a:sym typeface="Poppins"/>
              </a:defRPr>
            </a:lvl9pPr>
          </a:lstStyle>
          <a:p>
            <a:endParaRPr/>
          </a:p>
        </p:txBody>
      </p:sp>
      <p:sp>
        <p:nvSpPr>
          <p:cNvPr id="119" name="Google Shape;119;p21"/>
          <p:cNvSpPr txBox="1">
            <a:spLocks noGrp="1"/>
          </p:cNvSpPr>
          <p:nvPr>
            <p:ph type="subTitle" idx="3"/>
          </p:nvPr>
        </p:nvSpPr>
        <p:spPr>
          <a:xfrm>
            <a:off x="6186450" y="1908900"/>
            <a:ext cx="2469000" cy="3951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sz="12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pic>
        <p:nvPicPr>
          <p:cNvPr id="120" name="Google Shape;120;p21"/>
          <p:cNvPicPr preferRelativeResize="0"/>
          <p:nvPr/>
        </p:nvPicPr>
        <p:blipFill>
          <a:blip r:embed="rId3">
            <a:alphaModFix/>
          </a:blip>
          <a:stretch>
            <a:fillRect/>
          </a:stretch>
        </p:blipFill>
        <p:spPr>
          <a:xfrm rot="5400000">
            <a:off x="467571" y="475900"/>
            <a:ext cx="374904" cy="37490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628">
          <p15:clr>
            <a:srgbClr val="E46962"/>
          </p15:clr>
        </p15:guide>
        <p15:guide id="4" pos="5328">
          <p15:clr>
            <a:srgbClr val="E46962"/>
          </p15:clr>
        </p15:guide>
        <p15:guide id="5" pos="288">
          <p15:clr>
            <a:srgbClr val="E46962"/>
          </p15:clr>
        </p15:guide>
        <p15:guide id="6" pos="1758">
          <p15:clr>
            <a:srgbClr val="E46962"/>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A_Outro_1">
  <p:cSld name="TITLE_1_1_1_1">
    <p:spTree>
      <p:nvGrpSpPr>
        <p:cNvPr id="1" name="Shape 121"/>
        <p:cNvGrpSpPr/>
        <p:nvPr/>
      </p:nvGrpSpPr>
      <p:grpSpPr>
        <a:xfrm>
          <a:off x="0" y="0"/>
          <a:ext cx="0" cy="0"/>
          <a:chOff x="0" y="0"/>
          <a:chExt cx="0" cy="0"/>
        </a:xfrm>
      </p:grpSpPr>
      <p:sp>
        <p:nvSpPr>
          <p:cNvPr id="122" name="Google Shape;122;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3" name="Google Shape;123;p22"/>
          <p:cNvSpPr txBox="1">
            <a:spLocks noGrp="1"/>
          </p:cNvSpPr>
          <p:nvPr>
            <p:ph type="title"/>
          </p:nvPr>
        </p:nvSpPr>
        <p:spPr>
          <a:xfrm>
            <a:off x="530400" y="2208300"/>
            <a:ext cx="8083200" cy="726900"/>
          </a:xfrm>
          <a:prstGeom prst="rect">
            <a:avLst/>
          </a:prstGeom>
        </p:spPr>
        <p:txBody>
          <a:bodyPr spcFirstLastPara="1" wrap="square" lIns="91425" tIns="91425" rIns="91425" bIns="91425" anchor="ctr" anchorCtr="0">
            <a:spAutoFit/>
          </a:bodyPr>
          <a:lstStyle>
            <a:lvl1pPr lvl="0" algn="ctr">
              <a:spcBef>
                <a:spcPts val="0"/>
              </a:spcBef>
              <a:spcAft>
                <a:spcPts val="0"/>
              </a:spcAft>
              <a:buSzPts val="2800"/>
              <a:buNone/>
              <a:defRPr/>
            </a:lvl1pPr>
            <a:lvl2pPr lvl="1" algn="ctr">
              <a:spcBef>
                <a:spcPts val="0"/>
              </a:spcBef>
              <a:spcAft>
                <a:spcPts val="0"/>
              </a:spcAft>
              <a:buSzPts val="2800"/>
              <a:buNone/>
              <a:defRPr>
                <a:latin typeface="Poppins"/>
                <a:ea typeface="Poppins"/>
                <a:cs typeface="Poppins"/>
                <a:sym typeface="Poppins"/>
              </a:defRPr>
            </a:lvl2pPr>
            <a:lvl3pPr lvl="2" algn="ctr">
              <a:spcBef>
                <a:spcPts val="0"/>
              </a:spcBef>
              <a:spcAft>
                <a:spcPts val="0"/>
              </a:spcAft>
              <a:buSzPts val="2800"/>
              <a:buNone/>
              <a:defRPr>
                <a:latin typeface="Poppins"/>
                <a:ea typeface="Poppins"/>
                <a:cs typeface="Poppins"/>
                <a:sym typeface="Poppins"/>
              </a:defRPr>
            </a:lvl3pPr>
            <a:lvl4pPr lvl="3" algn="ctr">
              <a:spcBef>
                <a:spcPts val="0"/>
              </a:spcBef>
              <a:spcAft>
                <a:spcPts val="0"/>
              </a:spcAft>
              <a:buSzPts val="2800"/>
              <a:buNone/>
              <a:defRPr>
                <a:latin typeface="Poppins"/>
                <a:ea typeface="Poppins"/>
                <a:cs typeface="Poppins"/>
                <a:sym typeface="Poppins"/>
              </a:defRPr>
            </a:lvl4pPr>
            <a:lvl5pPr lvl="4" algn="ctr">
              <a:spcBef>
                <a:spcPts val="0"/>
              </a:spcBef>
              <a:spcAft>
                <a:spcPts val="0"/>
              </a:spcAft>
              <a:buSzPts val="2800"/>
              <a:buNone/>
              <a:defRPr>
                <a:latin typeface="Poppins"/>
                <a:ea typeface="Poppins"/>
                <a:cs typeface="Poppins"/>
                <a:sym typeface="Poppins"/>
              </a:defRPr>
            </a:lvl5pPr>
            <a:lvl6pPr lvl="5" algn="ctr">
              <a:spcBef>
                <a:spcPts val="0"/>
              </a:spcBef>
              <a:spcAft>
                <a:spcPts val="0"/>
              </a:spcAft>
              <a:buSzPts val="2800"/>
              <a:buNone/>
              <a:defRPr>
                <a:latin typeface="Poppins"/>
                <a:ea typeface="Poppins"/>
                <a:cs typeface="Poppins"/>
                <a:sym typeface="Poppins"/>
              </a:defRPr>
            </a:lvl6pPr>
            <a:lvl7pPr lvl="6" algn="ctr">
              <a:spcBef>
                <a:spcPts val="0"/>
              </a:spcBef>
              <a:spcAft>
                <a:spcPts val="0"/>
              </a:spcAft>
              <a:buSzPts val="2800"/>
              <a:buNone/>
              <a:defRPr>
                <a:latin typeface="Poppins"/>
                <a:ea typeface="Poppins"/>
                <a:cs typeface="Poppins"/>
                <a:sym typeface="Poppins"/>
              </a:defRPr>
            </a:lvl7pPr>
            <a:lvl8pPr lvl="7" algn="ctr">
              <a:spcBef>
                <a:spcPts val="0"/>
              </a:spcBef>
              <a:spcAft>
                <a:spcPts val="0"/>
              </a:spcAft>
              <a:buSzPts val="2800"/>
              <a:buNone/>
              <a:defRPr>
                <a:latin typeface="Poppins"/>
                <a:ea typeface="Poppins"/>
                <a:cs typeface="Poppins"/>
                <a:sym typeface="Poppins"/>
              </a:defRPr>
            </a:lvl8pPr>
            <a:lvl9pPr lvl="8" algn="ctr">
              <a:spcBef>
                <a:spcPts val="0"/>
              </a:spcBef>
              <a:spcAft>
                <a:spcPts val="0"/>
              </a:spcAft>
              <a:buSzPts val="2800"/>
              <a:buNone/>
              <a:defRPr>
                <a:latin typeface="Poppins"/>
                <a:ea typeface="Poppins"/>
                <a:cs typeface="Poppins"/>
                <a:sym typeface="Poppins"/>
              </a:defRPr>
            </a:lvl9pPr>
          </a:lstStyle>
          <a:p>
            <a:endParaRPr/>
          </a:p>
        </p:txBody>
      </p:sp>
      <p:pic>
        <p:nvPicPr>
          <p:cNvPr id="124" name="Google Shape;124;p22"/>
          <p:cNvPicPr preferRelativeResize="0"/>
          <p:nvPr/>
        </p:nvPicPr>
        <p:blipFill>
          <a:blip r:embed="rId2">
            <a:alphaModFix/>
          </a:blip>
          <a:stretch>
            <a:fillRect/>
          </a:stretch>
        </p:blipFill>
        <p:spPr>
          <a:xfrm>
            <a:off x="4054825" y="1117275"/>
            <a:ext cx="590075" cy="5900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E46962"/>
          </p15:clr>
        </p15:guide>
        <p15:guide id="2" pos="3240">
          <p15:clr>
            <a:srgbClr val="E46962"/>
          </p15:clr>
        </p15:guide>
        <p15:guide id="3" pos="405">
          <p15:clr>
            <a:srgbClr val="E46962"/>
          </p15:clr>
        </p15:guide>
        <p15:guide id="4" orient="horz" pos="628">
          <p15:clr>
            <a:srgbClr val="E46962"/>
          </p15:clr>
        </p15:guide>
        <p15:guide id="5" pos="5328">
          <p15:clr>
            <a:srgbClr val="E46962"/>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p:cSld name="CUSTOM">
    <p:spTree>
      <p:nvGrpSpPr>
        <p:cNvPr id="1" name="Shape 125"/>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oints 3_1">
  <p:cSld name="Default Slide_1">
    <p:spTree>
      <p:nvGrpSpPr>
        <p:cNvPr id="1" name="Shape 126"/>
        <p:cNvGrpSpPr/>
        <p:nvPr/>
      </p:nvGrpSpPr>
      <p:grpSpPr>
        <a:xfrm>
          <a:off x="0" y="0"/>
          <a:ext cx="0" cy="0"/>
          <a:chOff x="0" y="0"/>
          <a:chExt cx="0" cy="0"/>
        </a:xfrm>
      </p:grpSpPr>
      <p:sp>
        <p:nvSpPr>
          <p:cNvPr id="127" name="Google Shape;127;p24"/>
          <p:cNvSpPr txBox="1">
            <a:spLocks noGrp="1"/>
          </p:cNvSpPr>
          <p:nvPr>
            <p:ph type="subTitle" idx="1"/>
          </p:nvPr>
        </p:nvSpPr>
        <p:spPr>
          <a:xfrm>
            <a:off x="6595075" y="2305850"/>
            <a:ext cx="2096100" cy="1360500"/>
          </a:xfrm>
          <a:prstGeom prst="rect">
            <a:avLst/>
          </a:prstGeom>
        </p:spPr>
        <p:txBody>
          <a:bodyPr spcFirstLastPara="1" wrap="square" lIns="91425" tIns="91425" rIns="91425" bIns="91425" anchor="t" anchorCtr="0">
            <a:normAutofit/>
          </a:bodyPr>
          <a:lstStyle>
            <a:lvl1pPr lvl="0">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28" name="Google Shape;128;p24"/>
          <p:cNvSpPr txBox="1">
            <a:spLocks noGrp="1"/>
          </p:cNvSpPr>
          <p:nvPr>
            <p:ph type="title"/>
          </p:nvPr>
        </p:nvSpPr>
        <p:spPr>
          <a:xfrm>
            <a:off x="1730850" y="401725"/>
            <a:ext cx="5682300" cy="423600"/>
          </a:xfrm>
          <a:prstGeom prst="rect">
            <a:avLst/>
          </a:prstGeom>
        </p:spPr>
        <p:txBody>
          <a:bodyPr spcFirstLastPara="1" wrap="square" lIns="91425" tIns="91425" rIns="91425" bIns="91425" anchor="ctr" anchorCtr="0">
            <a:noAutofit/>
          </a:bodyPr>
          <a:lstStyle>
            <a:lvl1pPr lvl="0" algn="ctr">
              <a:spcBef>
                <a:spcPts val="0"/>
              </a:spcBef>
              <a:spcAft>
                <a:spcPts val="0"/>
              </a:spcAft>
              <a:buSzPts val="2400"/>
              <a:buNone/>
              <a:defRPr sz="2400"/>
            </a:lvl1pPr>
            <a:lvl2pPr lvl="1">
              <a:spcBef>
                <a:spcPts val="0"/>
              </a:spcBef>
              <a:spcAft>
                <a:spcPts val="0"/>
              </a:spcAft>
              <a:buSzPts val="2800"/>
              <a:buNone/>
              <a:defRPr>
                <a:latin typeface="Lato Light"/>
                <a:ea typeface="Lato Light"/>
                <a:cs typeface="Lato Light"/>
                <a:sym typeface="Lato Light"/>
              </a:defRPr>
            </a:lvl2pPr>
            <a:lvl3pPr lvl="2">
              <a:spcBef>
                <a:spcPts val="0"/>
              </a:spcBef>
              <a:spcAft>
                <a:spcPts val="0"/>
              </a:spcAft>
              <a:buSzPts val="2800"/>
              <a:buNone/>
              <a:defRPr>
                <a:latin typeface="Lato Light"/>
                <a:ea typeface="Lato Light"/>
                <a:cs typeface="Lato Light"/>
                <a:sym typeface="Lato Light"/>
              </a:defRPr>
            </a:lvl3pPr>
            <a:lvl4pPr lvl="3">
              <a:spcBef>
                <a:spcPts val="0"/>
              </a:spcBef>
              <a:spcAft>
                <a:spcPts val="0"/>
              </a:spcAft>
              <a:buSzPts val="2800"/>
              <a:buNone/>
              <a:defRPr>
                <a:latin typeface="Lato Light"/>
                <a:ea typeface="Lato Light"/>
                <a:cs typeface="Lato Light"/>
                <a:sym typeface="Lato Light"/>
              </a:defRPr>
            </a:lvl4pPr>
            <a:lvl5pPr lvl="4">
              <a:spcBef>
                <a:spcPts val="0"/>
              </a:spcBef>
              <a:spcAft>
                <a:spcPts val="0"/>
              </a:spcAft>
              <a:buSzPts val="2800"/>
              <a:buNone/>
              <a:defRPr>
                <a:latin typeface="Lato Light"/>
                <a:ea typeface="Lato Light"/>
                <a:cs typeface="Lato Light"/>
                <a:sym typeface="Lato Light"/>
              </a:defRPr>
            </a:lvl5pPr>
            <a:lvl6pPr lvl="5">
              <a:spcBef>
                <a:spcPts val="0"/>
              </a:spcBef>
              <a:spcAft>
                <a:spcPts val="0"/>
              </a:spcAft>
              <a:buSzPts val="2800"/>
              <a:buNone/>
              <a:defRPr>
                <a:latin typeface="Lato Light"/>
                <a:ea typeface="Lato Light"/>
                <a:cs typeface="Lato Light"/>
                <a:sym typeface="Lato Light"/>
              </a:defRPr>
            </a:lvl6pPr>
            <a:lvl7pPr lvl="6">
              <a:spcBef>
                <a:spcPts val="0"/>
              </a:spcBef>
              <a:spcAft>
                <a:spcPts val="0"/>
              </a:spcAft>
              <a:buSzPts val="2800"/>
              <a:buNone/>
              <a:defRPr>
                <a:latin typeface="Lato Light"/>
                <a:ea typeface="Lato Light"/>
                <a:cs typeface="Lato Light"/>
                <a:sym typeface="Lato Light"/>
              </a:defRPr>
            </a:lvl7pPr>
            <a:lvl8pPr lvl="7">
              <a:spcBef>
                <a:spcPts val="0"/>
              </a:spcBef>
              <a:spcAft>
                <a:spcPts val="0"/>
              </a:spcAft>
              <a:buSzPts val="2800"/>
              <a:buNone/>
              <a:defRPr>
                <a:latin typeface="Lato Light"/>
                <a:ea typeface="Lato Light"/>
                <a:cs typeface="Lato Light"/>
                <a:sym typeface="Lato Light"/>
              </a:defRPr>
            </a:lvl8pPr>
            <a:lvl9pPr lvl="8">
              <a:spcBef>
                <a:spcPts val="0"/>
              </a:spcBef>
              <a:spcAft>
                <a:spcPts val="0"/>
              </a:spcAft>
              <a:buSzPts val="2800"/>
              <a:buNone/>
              <a:defRPr>
                <a:latin typeface="Lato Light"/>
                <a:ea typeface="Lato Light"/>
                <a:cs typeface="Lato Light"/>
                <a:sym typeface="Lato Light"/>
              </a:defRPr>
            </a:lvl9pPr>
          </a:lstStyle>
          <a:p>
            <a:endParaRPr/>
          </a:p>
        </p:txBody>
      </p:sp>
      <p:sp>
        <p:nvSpPr>
          <p:cNvPr id="129" name="Google Shape;129;p24"/>
          <p:cNvSpPr txBox="1">
            <a:spLocks noGrp="1"/>
          </p:cNvSpPr>
          <p:nvPr>
            <p:ph type="subTitle" idx="2"/>
          </p:nvPr>
        </p:nvSpPr>
        <p:spPr>
          <a:xfrm>
            <a:off x="467425" y="1394975"/>
            <a:ext cx="2198400" cy="822600"/>
          </a:xfrm>
          <a:prstGeom prst="rect">
            <a:avLst/>
          </a:prstGeom>
        </p:spPr>
        <p:txBody>
          <a:bodyPr spcFirstLastPara="1" wrap="square" lIns="91425" tIns="91425" rIns="91425" bIns="91425" anchor="t" anchorCtr="0">
            <a:normAutofit/>
          </a:bodyPr>
          <a:lstStyle>
            <a:lvl1pPr lvl="0" algn="r">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30" name="Google Shape;130;p24"/>
          <p:cNvSpPr txBox="1">
            <a:spLocks noGrp="1"/>
          </p:cNvSpPr>
          <p:nvPr>
            <p:ph type="subTitle" idx="3"/>
          </p:nvPr>
        </p:nvSpPr>
        <p:spPr>
          <a:xfrm>
            <a:off x="456700" y="3405075"/>
            <a:ext cx="2361600" cy="885000"/>
          </a:xfrm>
          <a:prstGeom prst="rect">
            <a:avLst/>
          </a:prstGeom>
        </p:spPr>
        <p:txBody>
          <a:bodyPr spcFirstLastPara="1" wrap="square" lIns="91425" tIns="91425" rIns="91425" bIns="91425" anchor="t" anchorCtr="0">
            <a:normAutofit/>
          </a:bodyPr>
          <a:lstStyle>
            <a:lvl1pPr lvl="0" algn="r">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31" name="Google Shape;131;p24"/>
          <p:cNvSpPr/>
          <p:nvPr/>
        </p:nvSpPr>
        <p:spPr>
          <a:xfrm>
            <a:off x="4097288" y="1312051"/>
            <a:ext cx="2066887" cy="2072038"/>
          </a:xfrm>
          <a:custGeom>
            <a:avLst/>
            <a:gdLst/>
            <a:ahLst/>
            <a:cxnLst/>
            <a:rect l="l" t="t" r="r" b="b"/>
            <a:pathLst>
              <a:path w="958" h="1016" extrusionOk="0">
                <a:moveTo>
                  <a:pt x="453" y="0"/>
                </a:moveTo>
                <a:cubicBezTo>
                  <a:pt x="367" y="0"/>
                  <a:pt x="286" y="22"/>
                  <a:pt x="215" y="59"/>
                </a:cubicBezTo>
                <a:cubicBezTo>
                  <a:pt x="247" y="76"/>
                  <a:pt x="276" y="96"/>
                  <a:pt x="304" y="119"/>
                </a:cubicBezTo>
                <a:cubicBezTo>
                  <a:pt x="416" y="212"/>
                  <a:pt x="497" y="358"/>
                  <a:pt x="486" y="514"/>
                </a:cubicBezTo>
                <a:cubicBezTo>
                  <a:pt x="480" y="602"/>
                  <a:pt x="481" y="677"/>
                  <a:pt x="410" y="778"/>
                </a:cubicBezTo>
                <a:cubicBezTo>
                  <a:pt x="154" y="1002"/>
                  <a:pt x="0" y="732"/>
                  <a:pt x="0" y="732"/>
                </a:cubicBezTo>
                <a:cubicBezTo>
                  <a:pt x="27" y="877"/>
                  <a:pt x="209" y="960"/>
                  <a:pt x="209" y="960"/>
                </a:cubicBezTo>
                <a:cubicBezTo>
                  <a:pt x="278" y="996"/>
                  <a:pt x="370" y="1016"/>
                  <a:pt x="454" y="1016"/>
                </a:cubicBezTo>
                <a:cubicBezTo>
                  <a:pt x="553" y="1016"/>
                  <a:pt x="644" y="982"/>
                  <a:pt x="722" y="933"/>
                </a:cubicBezTo>
                <a:cubicBezTo>
                  <a:pt x="864" y="843"/>
                  <a:pt x="958" y="685"/>
                  <a:pt x="958" y="505"/>
                </a:cubicBezTo>
                <a:cubicBezTo>
                  <a:pt x="958" y="226"/>
                  <a:pt x="732" y="0"/>
                  <a:pt x="453" y="0"/>
                </a:cubicBezTo>
                <a:close/>
              </a:path>
            </a:pathLst>
          </a:custGeom>
          <a:solidFill>
            <a:schemeClr val="accent5"/>
          </a:solidFill>
          <a:ln>
            <a:noFill/>
          </a:ln>
        </p:spPr>
        <p:txBody>
          <a:bodyPr spcFirstLastPara="1" wrap="square" lIns="109550" tIns="54775" rIns="109550" bIns="54775" anchor="t" anchorCtr="0">
            <a:noAutofit/>
          </a:bodyPr>
          <a:lstStyle/>
          <a:p>
            <a:pPr marL="0" marR="0" lvl="0" indent="0" algn="l" rtl="0">
              <a:spcBef>
                <a:spcPts val="0"/>
              </a:spcBef>
              <a:spcAft>
                <a:spcPts val="0"/>
              </a:spcAft>
              <a:buNone/>
            </a:pPr>
            <a:endParaRPr sz="2200">
              <a:solidFill>
                <a:schemeClr val="dk1"/>
              </a:solidFill>
              <a:latin typeface="Lato Light"/>
              <a:ea typeface="Lato Light"/>
              <a:cs typeface="Lato Light"/>
              <a:sym typeface="Lato Light"/>
            </a:endParaRPr>
          </a:p>
        </p:txBody>
      </p:sp>
      <p:sp>
        <p:nvSpPr>
          <p:cNvPr id="132" name="Google Shape;132;p24"/>
          <p:cNvSpPr/>
          <p:nvPr/>
        </p:nvSpPr>
        <p:spPr>
          <a:xfrm>
            <a:off x="2979825" y="1320666"/>
            <a:ext cx="2197264" cy="1922987"/>
          </a:xfrm>
          <a:custGeom>
            <a:avLst/>
            <a:gdLst/>
            <a:ahLst/>
            <a:cxnLst/>
            <a:rect l="l" t="t" r="r" b="b"/>
            <a:pathLst>
              <a:path w="1018" h="943" extrusionOk="0">
                <a:moveTo>
                  <a:pt x="692" y="395"/>
                </a:moveTo>
                <a:cubicBezTo>
                  <a:pt x="692" y="395"/>
                  <a:pt x="694" y="397"/>
                  <a:pt x="694" y="397"/>
                </a:cubicBezTo>
                <a:cubicBezTo>
                  <a:pt x="694" y="397"/>
                  <a:pt x="694" y="397"/>
                  <a:pt x="694" y="397"/>
                </a:cubicBezTo>
                <a:cubicBezTo>
                  <a:pt x="708" y="394"/>
                  <a:pt x="723" y="393"/>
                  <a:pt x="739" y="393"/>
                </a:cubicBezTo>
                <a:cubicBezTo>
                  <a:pt x="868" y="393"/>
                  <a:pt x="972" y="498"/>
                  <a:pt x="972" y="627"/>
                </a:cubicBezTo>
                <a:cubicBezTo>
                  <a:pt x="972" y="706"/>
                  <a:pt x="933" y="776"/>
                  <a:pt x="872" y="818"/>
                </a:cubicBezTo>
                <a:cubicBezTo>
                  <a:pt x="872" y="818"/>
                  <a:pt x="872" y="818"/>
                  <a:pt x="872" y="818"/>
                </a:cubicBezTo>
                <a:cubicBezTo>
                  <a:pt x="891" y="806"/>
                  <a:pt x="911" y="792"/>
                  <a:pt x="931" y="774"/>
                </a:cubicBezTo>
                <a:cubicBezTo>
                  <a:pt x="1002" y="673"/>
                  <a:pt x="1001" y="598"/>
                  <a:pt x="1007" y="510"/>
                </a:cubicBezTo>
                <a:cubicBezTo>
                  <a:pt x="1018" y="354"/>
                  <a:pt x="937" y="208"/>
                  <a:pt x="825" y="115"/>
                </a:cubicBezTo>
                <a:cubicBezTo>
                  <a:pt x="797" y="92"/>
                  <a:pt x="768" y="72"/>
                  <a:pt x="736" y="55"/>
                </a:cubicBezTo>
                <a:cubicBezTo>
                  <a:pt x="735" y="56"/>
                  <a:pt x="735" y="56"/>
                  <a:pt x="735" y="56"/>
                </a:cubicBezTo>
                <a:cubicBezTo>
                  <a:pt x="666" y="20"/>
                  <a:pt x="588" y="0"/>
                  <a:pt x="504" y="0"/>
                </a:cubicBezTo>
                <a:cubicBezTo>
                  <a:pt x="226" y="0"/>
                  <a:pt x="0" y="226"/>
                  <a:pt x="0" y="504"/>
                </a:cubicBezTo>
                <a:cubicBezTo>
                  <a:pt x="0" y="685"/>
                  <a:pt x="95" y="843"/>
                  <a:pt x="237" y="932"/>
                </a:cubicBezTo>
                <a:cubicBezTo>
                  <a:pt x="244" y="936"/>
                  <a:pt x="250" y="940"/>
                  <a:pt x="257" y="943"/>
                </a:cubicBezTo>
                <a:cubicBezTo>
                  <a:pt x="256" y="928"/>
                  <a:pt x="255" y="913"/>
                  <a:pt x="255" y="898"/>
                </a:cubicBezTo>
                <a:cubicBezTo>
                  <a:pt x="255" y="643"/>
                  <a:pt x="449" y="433"/>
                  <a:pt x="692" y="395"/>
                </a:cubicBezTo>
                <a:close/>
                <a:moveTo>
                  <a:pt x="963" y="713"/>
                </a:moveTo>
                <a:cubicBezTo>
                  <a:pt x="963" y="714"/>
                  <a:pt x="963" y="714"/>
                  <a:pt x="963" y="714"/>
                </a:cubicBezTo>
                <a:cubicBezTo>
                  <a:pt x="963" y="714"/>
                  <a:pt x="963" y="713"/>
                  <a:pt x="963" y="713"/>
                </a:cubicBezTo>
                <a:close/>
              </a:path>
            </a:pathLst>
          </a:custGeom>
          <a:solidFill>
            <a:schemeClr val="accent1"/>
          </a:solidFill>
          <a:ln>
            <a:noFill/>
          </a:ln>
        </p:spPr>
        <p:txBody>
          <a:bodyPr spcFirstLastPara="1" wrap="square" lIns="109550" tIns="54775" rIns="109550" bIns="54775" anchor="t" anchorCtr="0">
            <a:noAutofit/>
          </a:bodyPr>
          <a:lstStyle/>
          <a:p>
            <a:pPr marL="0" marR="0" lvl="0" indent="0" algn="l" rtl="0">
              <a:spcBef>
                <a:spcPts val="0"/>
              </a:spcBef>
              <a:spcAft>
                <a:spcPts val="0"/>
              </a:spcAft>
              <a:buNone/>
            </a:pPr>
            <a:endParaRPr sz="2200">
              <a:solidFill>
                <a:schemeClr val="dk1"/>
              </a:solidFill>
              <a:latin typeface="Lato Light"/>
              <a:ea typeface="Lato Light"/>
              <a:cs typeface="Lato Light"/>
              <a:sym typeface="Lato Light"/>
            </a:endParaRPr>
          </a:p>
        </p:txBody>
      </p:sp>
      <p:sp>
        <p:nvSpPr>
          <p:cNvPr id="133" name="Google Shape;133;p24"/>
          <p:cNvSpPr/>
          <p:nvPr/>
        </p:nvSpPr>
        <p:spPr>
          <a:xfrm>
            <a:off x="3522899" y="2126219"/>
            <a:ext cx="2201823" cy="2066006"/>
          </a:xfrm>
          <a:custGeom>
            <a:avLst/>
            <a:gdLst/>
            <a:ahLst/>
            <a:cxnLst/>
            <a:rect l="l" t="t" r="r" b="b"/>
            <a:pathLst>
              <a:path w="1020" h="1013" extrusionOk="0">
                <a:moveTo>
                  <a:pt x="325" y="421"/>
                </a:moveTo>
                <a:cubicBezTo>
                  <a:pt x="325" y="421"/>
                  <a:pt x="249" y="349"/>
                  <a:pt x="249" y="230"/>
                </a:cubicBezTo>
                <a:cubicBezTo>
                  <a:pt x="249" y="116"/>
                  <a:pt x="322" y="34"/>
                  <a:pt x="439" y="2"/>
                </a:cubicBezTo>
                <a:cubicBezTo>
                  <a:pt x="439" y="2"/>
                  <a:pt x="437" y="0"/>
                  <a:pt x="437" y="0"/>
                </a:cubicBezTo>
                <a:cubicBezTo>
                  <a:pt x="194" y="38"/>
                  <a:pt x="0" y="248"/>
                  <a:pt x="0" y="503"/>
                </a:cubicBezTo>
                <a:cubicBezTo>
                  <a:pt x="0" y="785"/>
                  <a:pt x="228" y="1013"/>
                  <a:pt x="510" y="1013"/>
                </a:cubicBezTo>
                <a:cubicBezTo>
                  <a:pt x="792" y="1013"/>
                  <a:pt x="1020" y="785"/>
                  <a:pt x="1020" y="503"/>
                </a:cubicBezTo>
                <a:cubicBezTo>
                  <a:pt x="1020" y="503"/>
                  <a:pt x="679" y="804"/>
                  <a:pt x="325" y="421"/>
                </a:cubicBezTo>
                <a:close/>
              </a:path>
            </a:pathLst>
          </a:custGeom>
          <a:solidFill>
            <a:schemeClr val="accent4"/>
          </a:solidFill>
          <a:ln>
            <a:noFill/>
          </a:ln>
        </p:spPr>
        <p:txBody>
          <a:bodyPr spcFirstLastPara="1" wrap="square" lIns="109550" tIns="54775" rIns="109550" bIns="54775" anchor="t" anchorCtr="0">
            <a:noAutofit/>
          </a:bodyPr>
          <a:lstStyle/>
          <a:p>
            <a:pPr marL="0" marR="0" lvl="0" indent="0" algn="l" rtl="0">
              <a:spcBef>
                <a:spcPts val="0"/>
              </a:spcBef>
              <a:spcAft>
                <a:spcPts val="0"/>
              </a:spcAft>
              <a:buNone/>
            </a:pPr>
            <a:endParaRPr sz="2200">
              <a:solidFill>
                <a:schemeClr val="dk1"/>
              </a:solidFill>
              <a:latin typeface="Lato Light"/>
              <a:ea typeface="Lato Light"/>
              <a:cs typeface="Lato Light"/>
              <a:sym typeface="Lato Light"/>
            </a:endParaRPr>
          </a:p>
        </p:txBody>
      </p:sp>
      <p:sp>
        <p:nvSpPr>
          <p:cNvPr id="134" name="Google Shape;134;p24"/>
          <p:cNvSpPr txBox="1"/>
          <p:nvPr/>
        </p:nvSpPr>
        <p:spPr>
          <a:xfrm>
            <a:off x="3437328" y="1737425"/>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01</a:t>
            </a:r>
            <a:endParaRPr sz="500" b="1">
              <a:latin typeface="League Spartan"/>
              <a:ea typeface="League Spartan"/>
              <a:cs typeface="League Spartan"/>
              <a:sym typeface="League Spartan"/>
            </a:endParaRPr>
          </a:p>
        </p:txBody>
      </p:sp>
      <p:sp>
        <p:nvSpPr>
          <p:cNvPr id="135" name="Google Shape;135;p24"/>
          <p:cNvSpPr txBox="1"/>
          <p:nvPr/>
        </p:nvSpPr>
        <p:spPr>
          <a:xfrm>
            <a:off x="5422878" y="2188350"/>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02</a:t>
            </a:r>
            <a:endParaRPr sz="500" b="1">
              <a:latin typeface="League Spartan"/>
              <a:ea typeface="League Spartan"/>
              <a:cs typeface="League Spartan"/>
              <a:sym typeface="League Spartan"/>
            </a:endParaRPr>
          </a:p>
        </p:txBody>
      </p:sp>
      <p:sp>
        <p:nvSpPr>
          <p:cNvPr id="136" name="Google Shape;136;p24"/>
          <p:cNvSpPr txBox="1"/>
          <p:nvPr/>
        </p:nvSpPr>
        <p:spPr>
          <a:xfrm>
            <a:off x="3969528" y="3405075"/>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03</a:t>
            </a:r>
            <a:endParaRPr sz="500" b="1">
              <a:latin typeface="League Spartan"/>
              <a:ea typeface="League Spartan"/>
              <a:cs typeface="League Spartan"/>
              <a:sym typeface="League Spartan"/>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oints 4_1">
  <p:cSld name="CUSTOM_1">
    <p:spTree>
      <p:nvGrpSpPr>
        <p:cNvPr id="1" name="Shape 137"/>
        <p:cNvGrpSpPr/>
        <p:nvPr/>
      </p:nvGrpSpPr>
      <p:grpSpPr>
        <a:xfrm>
          <a:off x="0" y="0"/>
          <a:ext cx="0" cy="0"/>
          <a:chOff x="0" y="0"/>
          <a:chExt cx="0" cy="0"/>
        </a:xfrm>
      </p:grpSpPr>
      <p:sp>
        <p:nvSpPr>
          <p:cNvPr id="138" name="Google Shape;138;p25"/>
          <p:cNvSpPr/>
          <p:nvPr/>
        </p:nvSpPr>
        <p:spPr>
          <a:xfrm>
            <a:off x="3036788" y="1364028"/>
            <a:ext cx="1519962" cy="1966570"/>
          </a:xfrm>
          <a:custGeom>
            <a:avLst/>
            <a:gdLst/>
            <a:ahLst/>
            <a:cxnLst/>
            <a:rect l="l" t="t" r="r" b="b"/>
            <a:pathLst>
              <a:path w="4983482" h="6447770" extrusionOk="0">
                <a:moveTo>
                  <a:pt x="4983482" y="0"/>
                </a:moveTo>
                <a:lnTo>
                  <a:pt x="4983482" y="1152"/>
                </a:lnTo>
                <a:lnTo>
                  <a:pt x="4884042" y="6173"/>
                </a:lnTo>
                <a:cubicBezTo>
                  <a:pt x="4168136" y="78877"/>
                  <a:pt x="3609474" y="683482"/>
                  <a:pt x="3609474" y="1418570"/>
                </a:cubicBezTo>
                <a:cubicBezTo>
                  <a:pt x="3609474" y="2107715"/>
                  <a:pt x="4100486" y="2682178"/>
                  <a:pt x="4751750" y="2811200"/>
                </a:cubicBezTo>
                <a:lnTo>
                  <a:pt x="4877001" y="2829915"/>
                </a:lnTo>
                <a:lnTo>
                  <a:pt x="4799835" y="2833812"/>
                </a:lnTo>
                <a:cubicBezTo>
                  <a:pt x="3688520" y="2946672"/>
                  <a:pt x="2821298" y="3885212"/>
                  <a:pt x="2821298" y="5026303"/>
                </a:cubicBezTo>
                <a:lnTo>
                  <a:pt x="2829563" y="5189982"/>
                </a:lnTo>
                <a:lnTo>
                  <a:pt x="2810610" y="5314168"/>
                </a:lnTo>
                <a:cubicBezTo>
                  <a:pt x="2678226" y="5961114"/>
                  <a:pt x="2105809" y="6447770"/>
                  <a:pt x="1419727" y="6447770"/>
                </a:cubicBezTo>
                <a:cubicBezTo>
                  <a:pt x="635633" y="6447770"/>
                  <a:pt x="0" y="5812137"/>
                  <a:pt x="0" y="5028043"/>
                </a:cubicBezTo>
                <a:lnTo>
                  <a:pt x="2309" y="4982324"/>
                </a:lnTo>
                <a:lnTo>
                  <a:pt x="1157" y="4982324"/>
                </a:lnTo>
                <a:lnTo>
                  <a:pt x="6545" y="4769242"/>
                </a:lnTo>
                <a:cubicBezTo>
                  <a:pt x="136898" y="2197684"/>
                  <a:pt x="2198840" y="135741"/>
                  <a:pt x="4770399" y="5388"/>
                </a:cubicBezTo>
                <a:close/>
              </a:path>
            </a:pathLst>
          </a:custGeom>
          <a:solidFill>
            <a:schemeClr val="dk1"/>
          </a:solid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endParaRPr sz="1400">
              <a:solidFill>
                <a:srgbClr val="FFFFFF"/>
              </a:solidFill>
              <a:latin typeface="Calibri"/>
              <a:ea typeface="Calibri"/>
              <a:cs typeface="Calibri"/>
              <a:sym typeface="Calibri"/>
            </a:endParaRPr>
          </a:p>
        </p:txBody>
      </p:sp>
      <p:sp>
        <p:nvSpPr>
          <p:cNvPr id="139" name="Google Shape;139;p25"/>
          <p:cNvSpPr/>
          <p:nvPr/>
        </p:nvSpPr>
        <p:spPr>
          <a:xfrm>
            <a:off x="4138040" y="1363675"/>
            <a:ext cx="1966570" cy="1519962"/>
          </a:xfrm>
          <a:custGeom>
            <a:avLst/>
            <a:gdLst/>
            <a:ahLst/>
            <a:cxnLst/>
            <a:rect l="l" t="t" r="r" b="b"/>
            <a:pathLst>
              <a:path w="6447769" h="4983482" extrusionOk="0">
                <a:moveTo>
                  <a:pt x="1419727" y="0"/>
                </a:moveTo>
                <a:lnTo>
                  <a:pt x="1465447" y="2309"/>
                </a:lnTo>
                <a:lnTo>
                  <a:pt x="1465447" y="1157"/>
                </a:lnTo>
                <a:lnTo>
                  <a:pt x="1678528" y="6545"/>
                </a:lnTo>
                <a:cubicBezTo>
                  <a:pt x="4250087" y="136898"/>
                  <a:pt x="6312029" y="2198841"/>
                  <a:pt x="6442381" y="4770399"/>
                </a:cubicBezTo>
                <a:lnTo>
                  <a:pt x="6447769" y="4983482"/>
                </a:lnTo>
                <a:lnTo>
                  <a:pt x="6446619" y="4983482"/>
                </a:lnTo>
                <a:lnTo>
                  <a:pt x="6441597" y="4884041"/>
                </a:lnTo>
                <a:cubicBezTo>
                  <a:pt x="6368893" y="4168135"/>
                  <a:pt x="5764288" y="3609473"/>
                  <a:pt x="5029200" y="3609473"/>
                </a:cubicBezTo>
                <a:cubicBezTo>
                  <a:pt x="4294112" y="3609473"/>
                  <a:pt x="3689507" y="4168135"/>
                  <a:pt x="3616803" y="4884041"/>
                </a:cubicBezTo>
                <a:lnTo>
                  <a:pt x="3614562" y="4928423"/>
                </a:lnTo>
                <a:lnTo>
                  <a:pt x="3608185" y="4802127"/>
                </a:lnTo>
                <a:cubicBezTo>
                  <a:pt x="3495325" y="3690812"/>
                  <a:pt x="2556784" y="2823590"/>
                  <a:pt x="1415693" y="2823590"/>
                </a:cubicBezTo>
                <a:lnTo>
                  <a:pt x="1267636" y="2831067"/>
                </a:lnTo>
                <a:lnTo>
                  <a:pt x="1133602" y="2810611"/>
                </a:lnTo>
                <a:cubicBezTo>
                  <a:pt x="486657" y="2678226"/>
                  <a:pt x="0" y="2105810"/>
                  <a:pt x="0" y="1419727"/>
                </a:cubicBezTo>
                <a:cubicBezTo>
                  <a:pt x="0" y="635633"/>
                  <a:pt x="635633" y="0"/>
                  <a:pt x="1419727" y="0"/>
                </a:cubicBezTo>
                <a:close/>
              </a:path>
            </a:pathLst>
          </a:custGeom>
          <a:solidFill>
            <a:schemeClr val="accent1"/>
          </a:solid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endParaRPr sz="1400">
              <a:solidFill>
                <a:srgbClr val="FFFFFF"/>
              </a:solidFill>
              <a:latin typeface="Calibri"/>
              <a:ea typeface="Calibri"/>
              <a:cs typeface="Calibri"/>
              <a:sym typeface="Calibri"/>
            </a:endParaRPr>
          </a:p>
        </p:txBody>
      </p:sp>
      <p:sp>
        <p:nvSpPr>
          <p:cNvPr id="140" name="Google Shape;140;p25"/>
          <p:cNvSpPr/>
          <p:nvPr/>
        </p:nvSpPr>
        <p:spPr>
          <a:xfrm>
            <a:off x="3037141" y="2911624"/>
            <a:ext cx="1966570" cy="1519962"/>
          </a:xfrm>
          <a:custGeom>
            <a:avLst/>
            <a:gdLst/>
            <a:ahLst/>
            <a:cxnLst/>
            <a:rect l="l" t="t" r="r" b="b"/>
            <a:pathLst>
              <a:path w="6447771" h="4983481" extrusionOk="0">
                <a:moveTo>
                  <a:pt x="0" y="0"/>
                </a:moveTo>
                <a:lnTo>
                  <a:pt x="1152" y="0"/>
                </a:lnTo>
                <a:lnTo>
                  <a:pt x="6173" y="99439"/>
                </a:lnTo>
                <a:cubicBezTo>
                  <a:pt x="78877" y="815345"/>
                  <a:pt x="683482" y="1374007"/>
                  <a:pt x="1418570" y="1374007"/>
                </a:cubicBezTo>
                <a:cubicBezTo>
                  <a:pt x="2107715" y="1374007"/>
                  <a:pt x="2682178" y="882996"/>
                  <a:pt x="2811200" y="231731"/>
                </a:cubicBezTo>
                <a:lnTo>
                  <a:pt x="2828419" y="116492"/>
                </a:lnTo>
                <a:lnTo>
                  <a:pt x="2831519" y="177872"/>
                </a:lnTo>
                <a:cubicBezTo>
                  <a:pt x="2944379" y="1289187"/>
                  <a:pt x="3882919" y="2156409"/>
                  <a:pt x="5024010" y="2156409"/>
                </a:cubicBezTo>
                <a:lnTo>
                  <a:pt x="5148631" y="2150116"/>
                </a:lnTo>
                <a:lnTo>
                  <a:pt x="5173203" y="2151357"/>
                </a:lnTo>
                <a:cubicBezTo>
                  <a:pt x="5889109" y="2224061"/>
                  <a:pt x="6447771" y="2828666"/>
                  <a:pt x="6447771" y="3563754"/>
                </a:cubicBezTo>
                <a:cubicBezTo>
                  <a:pt x="6447771" y="4347848"/>
                  <a:pt x="5812138" y="4983481"/>
                  <a:pt x="5028044" y="4983481"/>
                </a:cubicBezTo>
                <a:lnTo>
                  <a:pt x="4982325" y="4981172"/>
                </a:lnTo>
                <a:lnTo>
                  <a:pt x="4982325" y="4982324"/>
                </a:lnTo>
                <a:lnTo>
                  <a:pt x="4769242" y="4976936"/>
                </a:lnTo>
                <a:cubicBezTo>
                  <a:pt x="2197683" y="4846583"/>
                  <a:pt x="135741" y="2784641"/>
                  <a:pt x="5388" y="213082"/>
                </a:cubicBezTo>
                <a:close/>
              </a:path>
            </a:pathLst>
          </a:custGeom>
          <a:solidFill>
            <a:schemeClr val="accent5"/>
          </a:solid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endParaRPr sz="1400">
              <a:solidFill>
                <a:srgbClr val="FFFFFF"/>
              </a:solidFill>
              <a:latin typeface="Calibri"/>
              <a:ea typeface="Calibri"/>
              <a:cs typeface="Calibri"/>
              <a:sym typeface="Calibri"/>
            </a:endParaRPr>
          </a:p>
        </p:txBody>
      </p:sp>
      <p:sp>
        <p:nvSpPr>
          <p:cNvPr id="141" name="Google Shape;141;p25"/>
          <p:cNvSpPr/>
          <p:nvPr/>
        </p:nvSpPr>
        <p:spPr>
          <a:xfrm>
            <a:off x="4585148" y="2464634"/>
            <a:ext cx="1519961" cy="1966570"/>
          </a:xfrm>
          <a:custGeom>
            <a:avLst/>
            <a:gdLst/>
            <a:ahLst/>
            <a:cxnLst/>
            <a:rect l="l" t="t" r="r" b="b"/>
            <a:pathLst>
              <a:path w="4983480" h="6447772" extrusionOk="0">
                <a:moveTo>
                  <a:pt x="3563753" y="0"/>
                </a:moveTo>
                <a:cubicBezTo>
                  <a:pt x="4347847" y="0"/>
                  <a:pt x="4983480" y="635633"/>
                  <a:pt x="4983480" y="1419727"/>
                </a:cubicBezTo>
                <a:lnTo>
                  <a:pt x="4981172" y="1465449"/>
                </a:lnTo>
                <a:lnTo>
                  <a:pt x="4982322" y="1465449"/>
                </a:lnTo>
                <a:lnTo>
                  <a:pt x="4976934" y="1678530"/>
                </a:lnTo>
                <a:cubicBezTo>
                  <a:pt x="4846582" y="4250089"/>
                  <a:pt x="2784640" y="6312031"/>
                  <a:pt x="213081" y="6442384"/>
                </a:cubicBezTo>
                <a:lnTo>
                  <a:pt x="0" y="6447772"/>
                </a:lnTo>
                <a:lnTo>
                  <a:pt x="0" y="6446619"/>
                </a:lnTo>
                <a:lnTo>
                  <a:pt x="99439" y="6441598"/>
                </a:lnTo>
                <a:cubicBezTo>
                  <a:pt x="815345" y="6368894"/>
                  <a:pt x="1374007" y="5764289"/>
                  <a:pt x="1374007" y="5029201"/>
                </a:cubicBezTo>
                <a:cubicBezTo>
                  <a:pt x="1374007" y="4294113"/>
                  <a:pt x="815345" y="3689508"/>
                  <a:pt x="99439" y="3616804"/>
                </a:cubicBezTo>
                <a:lnTo>
                  <a:pt x="74876" y="3615564"/>
                </a:lnTo>
                <a:lnTo>
                  <a:pt x="175579" y="3610479"/>
                </a:lnTo>
                <a:cubicBezTo>
                  <a:pt x="1286894" y="3497619"/>
                  <a:pt x="2154116" y="2559078"/>
                  <a:pt x="2154116" y="1417987"/>
                </a:cubicBezTo>
                <a:lnTo>
                  <a:pt x="2149115" y="1318948"/>
                </a:lnTo>
                <a:lnTo>
                  <a:pt x="2151356" y="1274568"/>
                </a:lnTo>
                <a:cubicBezTo>
                  <a:pt x="2224060" y="558662"/>
                  <a:pt x="2828665" y="0"/>
                  <a:pt x="3563753" y="0"/>
                </a:cubicBezTo>
                <a:close/>
              </a:path>
            </a:pathLst>
          </a:custGeom>
          <a:solidFill>
            <a:schemeClr val="accent4"/>
          </a:solid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endParaRPr sz="1400">
              <a:solidFill>
                <a:srgbClr val="FFFFFF"/>
              </a:solidFill>
              <a:latin typeface="Calibri"/>
              <a:ea typeface="Calibri"/>
              <a:cs typeface="Calibri"/>
              <a:sym typeface="Calibri"/>
            </a:endParaRPr>
          </a:p>
        </p:txBody>
      </p:sp>
      <p:sp>
        <p:nvSpPr>
          <p:cNvPr id="142" name="Google Shape;142;p25"/>
          <p:cNvSpPr txBox="1">
            <a:spLocks noGrp="1"/>
          </p:cNvSpPr>
          <p:nvPr>
            <p:ph type="subTitle" idx="1"/>
          </p:nvPr>
        </p:nvSpPr>
        <p:spPr>
          <a:xfrm>
            <a:off x="467425" y="1394975"/>
            <a:ext cx="2198400" cy="1216200"/>
          </a:xfrm>
          <a:prstGeom prst="rect">
            <a:avLst/>
          </a:prstGeom>
        </p:spPr>
        <p:txBody>
          <a:bodyPr spcFirstLastPara="1" wrap="square" lIns="91425" tIns="91425" rIns="91425" bIns="91425" anchor="t" anchorCtr="0">
            <a:normAutofit/>
          </a:bodyPr>
          <a:lstStyle>
            <a:lvl1pPr lvl="0" algn="r">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43" name="Google Shape;143;p25"/>
          <p:cNvSpPr txBox="1"/>
          <p:nvPr/>
        </p:nvSpPr>
        <p:spPr>
          <a:xfrm>
            <a:off x="3240103" y="2642525"/>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01</a:t>
            </a:r>
            <a:endParaRPr sz="500" b="1">
              <a:latin typeface="League Spartan"/>
              <a:ea typeface="League Spartan"/>
              <a:cs typeface="League Spartan"/>
              <a:sym typeface="League Spartan"/>
            </a:endParaRPr>
          </a:p>
        </p:txBody>
      </p:sp>
      <p:sp>
        <p:nvSpPr>
          <p:cNvPr id="144" name="Google Shape;144;p25"/>
          <p:cNvSpPr txBox="1"/>
          <p:nvPr/>
        </p:nvSpPr>
        <p:spPr>
          <a:xfrm>
            <a:off x="4305541" y="1611875"/>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02</a:t>
            </a:r>
            <a:endParaRPr sz="500" b="1">
              <a:latin typeface="League Spartan"/>
              <a:ea typeface="League Spartan"/>
              <a:cs typeface="League Spartan"/>
              <a:sym typeface="League Spartan"/>
            </a:endParaRPr>
          </a:p>
        </p:txBody>
      </p:sp>
      <p:sp>
        <p:nvSpPr>
          <p:cNvPr id="145" name="Google Shape;145;p25"/>
          <p:cNvSpPr txBox="1"/>
          <p:nvPr/>
        </p:nvSpPr>
        <p:spPr>
          <a:xfrm>
            <a:off x="5421603" y="2642525"/>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03</a:t>
            </a:r>
            <a:endParaRPr sz="500" b="1">
              <a:latin typeface="League Spartan"/>
              <a:ea typeface="League Spartan"/>
              <a:cs typeface="League Spartan"/>
              <a:sym typeface="League Spartan"/>
            </a:endParaRPr>
          </a:p>
        </p:txBody>
      </p:sp>
      <p:sp>
        <p:nvSpPr>
          <p:cNvPr id="146" name="Google Shape;146;p25"/>
          <p:cNvSpPr txBox="1"/>
          <p:nvPr/>
        </p:nvSpPr>
        <p:spPr>
          <a:xfrm>
            <a:off x="4305541" y="3817250"/>
            <a:ext cx="532200" cy="388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2300" b="1">
                <a:solidFill>
                  <a:schemeClr val="lt1"/>
                </a:solidFill>
                <a:latin typeface="League Spartan"/>
                <a:ea typeface="League Spartan"/>
                <a:cs typeface="League Spartan"/>
                <a:sym typeface="League Spartan"/>
              </a:rPr>
              <a:t>04</a:t>
            </a:r>
            <a:endParaRPr sz="500" b="1">
              <a:latin typeface="League Spartan"/>
              <a:ea typeface="League Spartan"/>
              <a:cs typeface="League Spartan"/>
              <a:sym typeface="League Spartan"/>
            </a:endParaRPr>
          </a:p>
        </p:txBody>
      </p:sp>
      <p:sp>
        <p:nvSpPr>
          <p:cNvPr id="147" name="Google Shape;147;p25"/>
          <p:cNvSpPr txBox="1">
            <a:spLocks noGrp="1"/>
          </p:cNvSpPr>
          <p:nvPr>
            <p:ph type="subTitle" idx="2"/>
          </p:nvPr>
        </p:nvSpPr>
        <p:spPr>
          <a:xfrm>
            <a:off x="467425" y="3096425"/>
            <a:ext cx="2198400" cy="1216200"/>
          </a:xfrm>
          <a:prstGeom prst="rect">
            <a:avLst/>
          </a:prstGeom>
        </p:spPr>
        <p:txBody>
          <a:bodyPr spcFirstLastPara="1" wrap="square" lIns="91425" tIns="91425" rIns="91425" bIns="91425" anchor="t" anchorCtr="0">
            <a:normAutofit/>
          </a:bodyPr>
          <a:lstStyle>
            <a:lvl1pPr lvl="0" algn="r">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48" name="Google Shape;148;p25"/>
          <p:cNvSpPr txBox="1">
            <a:spLocks noGrp="1"/>
          </p:cNvSpPr>
          <p:nvPr>
            <p:ph type="subTitle" idx="3"/>
          </p:nvPr>
        </p:nvSpPr>
        <p:spPr>
          <a:xfrm>
            <a:off x="6302925" y="1394975"/>
            <a:ext cx="2277300" cy="1212300"/>
          </a:xfrm>
          <a:prstGeom prst="rect">
            <a:avLst/>
          </a:prstGeom>
        </p:spPr>
        <p:txBody>
          <a:bodyPr spcFirstLastPara="1" wrap="square" lIns="91425" tIns="91425" rIns="91425" bIns="91425" anchor="t" anchorCtr="0">
            <a:normAutofit/>
          </a:bodyPr>
          <a:lstStyle>
            <a:lvl1pPr lvl="0">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49" name="Google Shape;149;p25"/>
          <p:cNvSpPr txBox="1">
            <a:spLocks noGrp="1"/>
          </p:cNvSpPr>
          <p:nvPr>
            <p:ph type="subTitle" idx="4"/>
          </p:nvPr>
        </p:nvSpPr>
        <p:spPr>
          <a:xfrm>
            <a:off x="6302925" y="3096425"/>
            <a:ext cx="2277300" cy="1212300"/>
          </a:xfrm>
          <a:prstGeom prst="rect">
            <a:avLst/>
          </a:prstGeom>
        </p:spPr>
        <p:txBody>
          <a:bodyPr spcFirstLastPara="1" wrap="square" lIns="91425" tIns="91425" rIns="91425" bIns="91425" anchor="t" anchorCtr="0">
            <a:normAutofit/>
          </a:bodyPr>
          <a:lstStyle>
            <a:lvl1pPr lvl="0">
              <a:spcBef>
                <a:spcPts val="0"/>
              </a:spcBef>
              <a:spcAft>
                <a:spcPts val="0"/>
              </a:spcAft>
              <a:buSzPts val="1300"/>
              <a:buFont typeface="Open Sans Medium"/>
              <a:buNone/>
              <a:defRPr sz="13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50" name="Google Shape;150;p25"/>
          <p:cNvSpPr txBox="1">
            <a:spLocks noGrp="1"/>
          </p:cNvSpPr>
          <p:nvPr>
            <p:ph type="title"/>
          </p:nvPr>
        </p:nvSpPr>
        <p:spPr>
          <a:xfrm>
            <a:off x="1245150" y="401725"/>
            <a:ext cx="6653700" cy="423600"/>
          </a:xfrm>
          <a:prstGeom prst="rect">
            <a:avLst/>
          </a:prstGeom>
        </p:spPr>
        <p:txBody>
          <a:bodyPr spcFirstLastPara="1" wrap="square" lIns="91425" tIns="91425" rIns="91425" bIns="91425" anchor="ctr" anchorCtr="0">
            <a:noAutofit/>
          </a:bodyPr>
          <a:lstStyle>
            <a:lvl1pPr lvl="0" algn="ctr">
              <a:spcBef>
                <a:spcPts val="0"/>
              </a:spcBef>
              <a:spcAft>
                <a:spcPts val="0"/>
              </a:spcAft>
              <a:buSzPts val="2400"/>
              <a:buNone/>
              <a:defRPr sz="2400"/>
            </a:lvl1pPr>
            <a:lvl2pPr lvl="1">
              <a:spcBef>
                <a:spcPts val="0"/>
              </a:spcBef>
              <a:spcAft>
                <a:spcPts val="0"/>
              </a:spcAft>
              <a:buSzPts val="2800"/>
              <a:buNone/>
              <a:defRPr>
                <a:latin typeface="Lato Light"/>
                <a:ea typeface="Lato Light"/>
                <a:cs typeface="Lato Light"/>
                <a:sym typeface="Lato Light"/>
              </a:defRPr>
            </a:lvl2pPr>
            <a:lvl3pPr lvl="2">
              <a:spcBef>
                <a:spcPts val="0"/>
              </a:spcBef>
              <a:spcAft>
                <a:spcPts val="0"/>
              </a:spcAft>
              <a:buSzPts val="2800"/>
              <a:buNone/>
              <a:defRPr>
                <a:latin typeface="Lato Light"/>
                <a:ea typeface="Lato Light"/>
                <a:cs typeface="Lato Light"/>
                <a:sym typeface="Lato Light"/>
              </a:defRPr>
            </a:lvl3pPr>
            <a:lvl4pPr lvl="3">
              <a:spcBef>
                <a:spcPts val="0"/>
              </a:spcBef>
              <a:spcAft>
                <a:spcPts val="0"/>
              </a:spcAft>
              <a:buSzPts val="2800"/>
              <a:buNone/>
              <a:defRPr>
                <a:latin typeface="Lato Light"/>
                <a:ea typeface="Lato Light"/>
                <a:cs typeface="Lato Light"/>
                <a:sym typeface="Lato Light"/>
              </a:defRPr>
            </a:lvl4pPr>
            <a:lvl5pPr lvl="4">
              <a:spcBef>
                <a:spcPts val="0"/>
              </a:spcBef>
              <a:spcAft>
                <a:spcPts val="0"/>
              </a:spcAft>
              <a:buSzPts val="2800"/>
              <a:buNone/>
              <a:defRPr>
                <a:latin typeface="Lato Light"/>
                <a:ea typeface="Lato Light"/>
                <a:cs typeface="Lato Light"/>
                <a:sym typeface="Lato Light"/>
              </a:defRPr>
            </a:lvl5pPr>
            <a:lvl6pPr lvl="5">
              <a:spcBef>
                <a:spcPts val="0"/>
              </a:spcBef>
              <a:spcAft>
                <a:spcPts val="0"/>
              </a:spcAft>
              <a:buSzPts val="2800"/>
              <a:buNone/>
              <a:defRPr>
                <a:latin typeface="Lato Light"/>
                <a:ea typeface="Lato Light"/>
                <a:cs typeface="Lato Light"/>
                <a:sym typeface="Lato Light"/>
              </a:defRPr>
            </a:lvl6pPr>
            <a:lvl7pPr lvl="6">
              <a:spcBef>
                <a:spcPts val="0"/>
              </a:spcBef>
              <a:spcAft>
                <a:spcPts val="0"/>
              </a:spcAft>
              <a:buSzPts val="2800"/>
              <a:buNone/>
              <a:defRPr>
                <a:latin typeface="Lato Light"/>
                <a:ea typeface="Lato Light"/>
                <a:cs typeface="Lato Light"/>
                <a:sym typeface="Lato Light"/>
              </a:defRPr>
            </a:lvl7pPr>
            <a:lvl8pPr lvl="7">
              <a:spcBef>
                <a:spcPts val="0"/>
              </a:spcBef>
              <a:spcAft>
                <a:spcPts val="0"/>
              </a:spcAft>
              <a:buSzPts val="2800"/>
              <a:buNone/>
              <a:defRPr>
                <a:latin typeface="Lato Light"/>
                <a:ea typeface="Lato Light"/>
                <a:cs typeface="Lato Light"/>
                <a:sym typeface="Lato Light"/>
              </a:defRPr>
            </a:lvl8pPr>
            <a:lvl9pPr lvl="8">
              <a:spcBef>
                <a:spcPts val="0"/>
              </a:spcBef>
              <a:spcAft>
                <a:spcPts val="0"/>
              </a:spcAft>
              <a:buSzPts val="2800"/>
              <a:buNone/>
              <a:defRPr>
                <a:latin typeface="Lato Light"/>
                <a:ea typeface="Lato Light"/>
                <a:cs typeface="Lato Light"/>
                <a:sym typeface="Lato Light"/>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oints 4_2">
  <p:cSld name="CUSTOM_2">
    <p:spTree>
      <p:nvGrpSpPr>
        <p:cNvPr id="1" name="Shape 151"/>
        <p:cNvGrpSpPr/>
        <p:nvPr/>
      </p:nvGrpSpPr>
      <p:grpSpPr>
        <a:xfrm>
          <a:off x="0" y="0"/>
          <a:ext cx="0" cy="0"/>
          <a:chOff x="0" y="0"/>
          <a:chExt cx="0" cy="0"/>
        </a:xfrm>
      </p:grpSpPr>
      <p:sp>
        <p:nvSpPr>
          <p:cNvPr id="152" name="Google Shape;152;p26"/>
          <p:cNvSpPr/>
          <p:nvPr/>
        </p:nvSpPr>
        <p:spPr>
          <a:xfrm>
            <a:off x="3734770" y="1278900"/>
            <a:ext cx="1658390" cy="1638576"/>
          </a:xfrm>
          <a:custGeom>
            <a:avLst/>
            <a:gdLst/>
            <a:ahLst/>
            <a:cxnLst/>
            <a:rect l="l" t="t" r="r" b="b"/>
            <a:pathLst>
              <a:path w="21429" h="20851" extrusionOk="0">
                <a:moveTo>
                  <a:pt x="1" y="10736"/>
                </a:moveTo>
                <a:cubicBezTo>
                  <a:pt x="-74" y="5791"/>
                  <a:pt x="3035" y="2106"/>
                  <a:pt x="7007" y="666"/>
                </a:cubicBezTo>
                <a:cubicBezTo>
                  <a:pt x="10907" y="-749"/>
                  <a:pt x="15586" y="18"/>
                  <a:pt x="18852" y="3666"/>
                </a:cubicBezTo>
                <a:cubicBezTo>
                  <a:pt x="19974" y="4919"/>
                  <a:pt x="20705" y="6356"/>
                  <a:pt x="21094" y="7850"/>
                </a:cubicBezTo>
                <a:cubicBezTo>
                  <a:pt x="21476" y="9323"/>
                  <a:pt x="21526" y="10854"/>
                  <a:pt x="21272" y="12327"/>
                </a:cubicBezTo>
                <a:cubicBezTo>
                  <a:pt x="20780" y="15178"/>
                  <a:pt x="19147" y="17844"/>
                  <a:pt x="16446" y="19576"/>
                </a:cubicBezTo>
                <a:lnTo>
                  <a:pt x="17659" y="20851"/>
                </a:lnTo>
                <a:lnTo>
                  <a:pt x="11189" y="20851"/>
                </a:lnTo>
                <a:lnTo>
                  <a:pt x="11189" y="14426"/>
                </a:lnTo>
                <a:lnTo>
                  <a:pt x="12489" y="15726"/>
                </a:lnTo>
                <a:cubicBezTo>
                  <a:pt x="14377" y="15044"/>
                  <a:pt x="15587" y="13538"/>
                  <a:pt x="16008" y="11843"/>
                </a:cubicBezTo>
                <a:cubicBezTo>
                  <a:pt x="16411" y="10218"/>
                  <a:pt x="16091" y="8391"/>
                  <a:pt x="14774" y="6995"/>
                </a:cubicBezTo>
                <a:cubicBezTo>
                  <a:pt x="12838" y="4944"/>
                  <a:pt x="10165" y="4773"/>
                  <a:pt x="8134" y="5864"/>
                </a:cubicBezTo>
                <a:cubicBezTo>
                  <a:pt x="7076" y="6433"/>
                  <a:pt x="6213" y="7336"/>
                  <a:pt x="5717" y="8432"/>
                </a:cubicBezTo>
                <a:cubicBezTo>
                  <a:pt x="5210" y="9552"/>
                  <a:pt x="5082" y="10878"/>
                  <a:pt x="5520" y="12293"/>
                </a:cubicBezTo>
                <a:cubicBezTo>
                  <a:pt x="4660" y="11758"/>
                  <a:pt x="3725" y="11352"/>
                  <a:pt x="2745" y="11089"/>
                </a:cubicBezTo>
                <a:cubicBezTo>
                  <a:pt x="1851" y="10849"/>
                  <a:pt x="928" y="10730"/>
                  <a:pt x="1" y="10736"/>
                </a:cubicBezTo>
                <a:close/>
              </a:path>
            </a:pathLst>
          </a:custGeom>
          <a:solidFill>
            <a:schemeClr val="accent1"/>
          </a:solidFill>
          <a:ln>
            <a:noFill/>
          </a:ln>
        </p:spPr>
        <p:txBody>
          <a:bodyPr spcFirstLastPara="1" wrap="square" lIns="19050" tIns="19050" rIns="19050" bIns="19050" anchor="ctr" anchorCtr="0">
            <a:noAutofit/>
          </a:bodyPr>
          <a:lstStyle/>
          <a:p>
            <a:pPr marL="0" marR="0" lvl="0" indent="0" algn="ctr" rtl="0">
              <a:spcBef>
                <a:spcPts val="0"/>
              </a:spcBef>
              <a:spcAft>
                <a:spcPts val="0"/>
              </a:spcAft>
              <a:buNone/>
            </a:pPr>
            <a:endParaRPr sz="1200">
              <a:solidFill>
                <a:srgbClr val="000000"/>
              </a:solidFill>
              <a:latin typeface="Lato Light"/>
              <a:ea typeface="Lato Light"/>
              <a:cs typeface="Lato Light"/>
              <a:sym typeface="Lato Light"/>
            </a:endParaRPr>
          </a:p>
        </p:txBody>
      </p:sp>
      <p:sp>
        <p:nvSpPr>
          <p:cNvPr id="153" name="Google Shape;153;p26"/>
          <p:cNvSpPr txBox="1">
            <a:spLocks noGrp="1"/>
          </p:cNvSpPr>
          <p:nvPr>
            <p:ph type="subTitle" idx="1"/>
          </p:nvPr>
        </p:nvSpPr>
        <p:spPr>
          <a:xfrm>
            <a:off x="6368675" y="1394975"/>
            <a:ext cx="2318400" cy="1216200"/>
          </a:xfrm>
          <a:prstGeom prst="rect">
            <a:avLst/>
          </a:prstGeom>
        </p:spPr>
        <p:txBody>
          <a:bodyPr spcFirstLastPara="1" wrap="square" lIns="91425" tIns="91425" rIns="91425" bIns="91425" anchor="t" anchorCtr="0">
            <a:normAutofit/>
          </a:bodyPr>
          <a:lstStyle>
            <a:lvl1pPr lvl="0">
              <a:spcBef>
                <a:spcPts val="0"/>
              </a:spcBef>
              <a:spcAft>
                <a:spcPts val="0"/>
              </a:spcAft>
              <a:buSzPts val="1200"/>
              <a:buFont typeface="Open Sans Medium"/>
              <a:buNone/>
              <a:defRPr sz="12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54" name="Google Shape;154;p26"/>
          <p:cNvSpPr/>
          <p:nvPr/>
        </p:nvSpPr>
        <p:spPr>
          <a:xfrm>
            <a:off x="2902137" y="2119803"/>
            <a:ext cx="1623325" cy="1665656"/>
          </a:xfrm>
          <a:custGeom>
            <a:avLst/>
            <a:gdLst/>
            <a:ahLst/>
            <a:cxnLst/>
            <a:rect l="l" t="t" r="r" b="b"/>
            <a:pathLst>
              <a:path w="21501" h="20867" extrusionOk="0">
                <a:moveTo>
                  <a:pt x="21501" y="3787"/>
                </a:moveTo>
                <a:lnTo>
                  <a:pt x="21501" y="9990"/>
                </a:lnTo>
                <a:lnTo>
                  <a:pt x="14929" y="9990"/>
                </a:lnTo>
                <a:lnTo>
                  <a:pt x="16281" y="8704"/>
                </a:lnTo>
                <a:cubicBezTo>
                  <a:pt x="14580" y="4140"/>
                  <a:pt x="7864" y="3920"/>
                  <a:pt x="5837" y="8362"/>
                </a:cubicBezTo>
                <a:cubicBezTo>
                  <a:pt x="4878" y="10464"/>
                  <a:pt x="5470" y="12605"/>
                  <a:pt x="6862" y="14040"/>
                </a:cubicBezTo>
                <a:cubicBezTo>
                  <a:pt x="8248" y="15468"/>
                  <a:pt x="10429" y="16200"/>
                  <a:pt x="12713" y="15502"/>
                </a:cubicBezTo>
                <a:cubicBezTo>
                  <a:pt x="12159" y="16331"/>
                  <a:pt x="11733" y="17232"/>
                  <a:pt x="11448" y="18175"/>
                </a:cubicBezTo>
                <a:cubicBezTo>
                  <a:pt x="11183" y="19051"/>
                  <a:pt x="11042" y="19956"/>
                  <a:pt x="11027" y="20867"/>
                </a:cubicBezTo>
                <a:cubicBezTo>
                  <a:pt x="7844" y="20900"/>
                  <a:pt x="4992" y="19642"/>
                  <a:pt x="2992" y="17624"/>
                </a:cubicBezTo>
                <a:cubicBezTo>
                  <a:pt x="1979" y="16603"/>
                  <a:pt x="1184" y="15386"/>
                  <a:pt x="666" y="14048"/>
                </a:cubicBezTo>
                <a:cubicBezTo>
                  <a:pt x="145" y="12705"/>
                  <a:pt x="-99" y="11235"/>
                  <a:pt x="38" y="9702"/>
                </a:cubicBezTo>
                <a:cubicBezTo>
                  <a:pt x="256" y="7262"/>
                  <a:pt x="1257" y="5184"/>
                  <a:pt x="2727" y="3588"/>
                </a:cubicBezTo>
                <a:cubicBezTo>
                  <a:pt x="4232" y="1956"/>
                  <a:pt x="6226" y="831"/>
                  <a:pt x="8406" y="316"/>
                </a:cubicBezTo>
                <a:cubicBezTo>
                  <a:pt x="12706" y="-700"/>
                  <a:pt x="17572" y="711"/>
                  <a:pt x="20335" y="4861"/>
                </a:cubicBezTo>
                <a:lnTo>
                  <a:pt x="21501" y="3787"/>
                </a:lnTo>
                <a:close/>
              </a:path>
            </a:pathLst>
          </a:custGeom>
          <a:solidFill>
            <a:schemeClr val="accent5"/>
          </a:solidFill>
          <a:ln>
            <a:noFill/>
          </a:ln>
        </p:spPr>
        <p:txBody>
          <a:bodyPr spcFirstLastPara="1" wrap="square" lIns="19050" tIns="19050" rIns="19050" bIns="19050" anchor="ctr" anchorCtr="0">
            <a:noAutofit/>
          </a:bodyPr>
          <a:lstStyle/>
          <a:p>
            <a:pPr marL="0" marR="0" lvl="0" indent="0" algn="ctr" rtl="0">
              <a:spcBef>
                <a:spcPts val="0"/>
              </a:spcBef>
              <a:spcAft>
                <a:spcPts val="0"/>
              </a:spcAft>
              <a:buNone/>
            </a:pPr>
            <a:endParaRPr sz="1200">
              <a:solidFill>
                <a:srgbClr val="000000"/>
              </a:solidFill>
              <a:latin typeface="Lato Light"/>
              <a:ea typeface="Lato Light"/>
              <a:cs typeface="Lato Light"/>
              <a:sym typeface="Lato Light"/>
            </a:endParaRPr>
          </a:p>
        </p:txBody>
      </p:sp>
      <p:sp>
        <p:nvSpPr>
          <p:cNvPr id="155" name="Google Shape;155;p26"/>
          <p:cNvSpPr/>
          <p:nvPr/>
        </p:nvSpPr>
        <p:spPr>
          <a:xfrm>
            <a:off x="4601972" y="2120103"/>
            <a:ext cx="1639864" cy="1665623"/>
          </a:xfrm>
          <a:custGeom>
            <a:avLst/>
            <a:gdLst/>
            <a:ahLst/>
            <a:cxnLst/>
            <a:rect l="l" t="t" r="r" b="b"/>
            <a:pathLst>
              <a:path w="21467" h="21208" extrusionOk="0">
                <a:moveTo>
                  <a:pt x="10372" y="3"/>
                </a:moveTo>
                <a:cubicBezTo>
                  <a:pt x="10348" y="975"/>
                  <a:pt x="10194" y="1941"/>
                  <a:pt x="9914" y="2875"/>
                </a:cubicBezTo>
                <a:cubicBezTo>
                  <a:pt x="9631" y="3818"/>
                  <a:pt x="9222" y="4720"/>
                  <a:pt x="8697" y="5558"/>
                </a:cubicBezTo>
                <a:cubicBezTo>
                  <a:pt x="10843" y="4811"/>
                  <a:pt x="12957" y="5403"/>
                  <a:pt x="14390" y="6707"/>
                </a:cubicBezTo>
                <a:cubicBezTo>
                  <a:pt x="15803" y="7993"/>
                  <a:pt x="16564" y="9984"/>
                  <a:pt x="15935" y="12092"/>
                </a:cubicBezTo>
                <a:cubicBezTo>
                  <a:pt x="15185" y="14609"/>
                  <a:pt x="13018" y="15950"/>
                  <a:pt x="10791" y="16004"/>
                </a:cubicBezTo>
                <a:cubicBezTo>
                  <a:pt x="9683" y="16031"/>
                  <a:pt x="8573" y="15737"/>
                  <a:pt x="7616" y="15155"/>
                </a:cubicBezTo>
                <a:cubicBezTo>
                  <a:pt x="6612" y="14545"/>
                  <a:pt x="5769" y="13615"/>
                  <a:pt x="5249" y="12354"/>
                </a:cubicBezTo>
                <a:lnTo>
                  <a:pt x="6505" y="11107"/>
                </a:lnTo>
                <a:lnTo>
                  <a:pt x="0" y="11107"/>
                </a:lnTo>
                <a:lnTo>
                  <a:pt x="0" y="17436"/>
                </a:lnTo>
                <a:lnTo>
                  <a:pt x="1358" y="16110"/>
                </a:lnTo>
                <a:cubicBezTo>
                  <a:pt x="3668" y="19863"/>
                  <a:pt x="7726" y="21521"/>
                  <a:pt x="11614" y="21159"/>
                </a:cubicBezTo>
                <a:cubicBezTo>
                  <a:pt x="13439" y="20989"/>
                  <a:pt x="15221" y="20372"/>
                  <a:pt x="16771" y="19348"/>
                </a:cubicBezTo>
                <a:cubicBezTo>
                  <a:pt x="18313" y="18329"/>
                  <a:pt x="19638" y="16901"/>
                  <a:pt x="20512" y="15040"/>
                </a:cubicBezTo>
                <a:cubicBezTo>
                  <a:pt x="21361" y="13233"/>
                  <a:pt x="21600" y="11358"/>
                  <a:pt x="21401" y="9578"/>
                </a:cubicBezTo>
                <a:cubicBezTo>
                  <a:pt x="21204" y="7817"/>
                  <a:pt x="20575" y="6137"/>
                  <a:pt x="19586" y="4691"/>
                </a:cubicBezTo>
                <a:cubicBezTo>
                  <a:pt x="17644" y="1852"/>
                  <a:pt x="14322" y="-79"/>
                  <a:pt x="10372" y="3"/>
                </a:cubicBezTo>
                <a:close/>
              </a:path>
            </a:pathLst>
          </a:custGeom>
          <a:solidFill>
            <a:schemeClr val="accent4"/>
          </a:solidFill>
          <a:ln>
            <a:noFill/>
          </a:ln>
        </p:spPr>
        <p:txBody>
          <a:bodyPr spcFirstLastPara="1" wrap="square" lIns="19050" tIns="19050" rIns="19050" bIns="19050" anchor="ctr" anchorCtr="0">
            <a:noAutofit/>
          </a:bodyPr>
          <a:lstStyle/>
          <a:p>
            <a:pPr marL="0" marR="0" lvl="0" indent="0" algn="l" rtl="0">
              <a:spcBef>
                <a:spcPts val="0"/>
              </a:spcBef>
              <a:spcAft>
                <a:spcPts val="0"/>
              </a:spcAft>
              <a:buNone/>
            </a:pPr>
            <a:endParaRPr sz="1300">
              <a:solidFill>
                <a:srgbClr val="7F7F7F"/>
              </a:solidFill>
              <a:latin typeface="Lato Light"/>
              <a:ea typeface="Lato Light"/>
              <a:cs typeface="Lato Light"/>
              <a:sym typeface="Lato Light"/>
            </a:endParaRPr>
          </a:p>
        </p:txBody>
      </p:sp>
      <p:sp>
        <p:nvSpPr>
          <p:cNvPr id="156" name="Google Shape;156;p26"/>
          <p:cNvSpPr/>
          <p:nvPr/>
        </p:nvSpPr>
        <p:spPr>
          <a:xfrm>
            <a:off x="3733047" y="2990677"/>
            <a:ext cx="1662404" cy="1639761"/>
          </a:xfrm>
          <a:custGeom>
            <a:avLst/>
            <a:gdLst/>
            <a:ahLst/>
            <a:cxnLst/>
            <a:rect l="l" t="t" r="r" b="b"/>
            <a:pathLst>
              <a:path w="21501" h="21446" extrusionOk="0">
                <a:moveTo>
                  <a:pt x="3765" y="0"/>
                </a:moveTo>
                <a:lnTo>
                  <a:pt x="10283" y="0"/>
                </a:lnTo>
                <a:lnTo>
                  <a:pt x="10283" y="6590"/>
                </a:lnTo>
                <a:lnTo>
                  <a:pt x="8990" y="5343"/>
                </a:lnTo>
                <a:cubicBezTo>
                  <a:pt x="7519" y="5878"/>
                  <a:pt x="6512" y="6832"/>
                  <a:pt x="5929" y="7968"/>
                </a:cubicBezTo>
                <a:cubicBezTo>
                  <a:pt x="5337" y="9121"/>
                  <a:pt x="5179" y="10464"/>
                  <a:pt x="5446" y="11727"/>
                </a:cubicBezTo>
                <a:cubicBezTo>
                  <a:pt x="5970" y="14204"/>
                  <a:pt x="8090" y="16272"/>
                  <a:pt x="11243" y="16062"/>
                </a:cubicBezTo>
                <a:cubicBezTo>
                  <a:pt x="12115" y="16003"/>
                  <a:pt x="12895" y="15724"/>
                  <a:pt x="13572" y="15302"/>
                </a:cubicBezTo>
                <a:cubicBezTo>
                  <a:pt x="14286" y="14856"/>
                  <a:pt x="14889" y="14248"/>
                  <a:pt x="15335" y="13548"/>
                </a:cubicBezTo>
                <a:cubicBezTo>
                  <a:pt x="16207" y="12178"/>
                  <a:pt x="16504" y="10431"/>
                  <a:pt x="15928" y="8703"/>
                </a:cubicBezTo>
                <a:cubicBezTo>
                  <a:pt x="16792" y="9263"/>
                  <a:pt x="17732" y="9692"/>
                  <a:pt x="18718" y="9979"/>
                </a:cubicBezTo>
                <a:cubicBezTo>
                  <a:pt x="19623" y="10242"/>
                  <a:pt x="20559" y="10383"/>
                  <a:pt x="21501" y="10396"/>
                </a:cubicBezTo>
                <a:cubicBezTo>
                  <a:pt x="21505" y="12780"/>
                  <a:pt x="20816" y="14901"/>
                  <a:pt x="19662" y="16639"/>
                </a:cubicBezTo>
                <a:cubicBezTo>
                  <a:pt x="18516" y="18366"/>
                  <a:pt x="16908" y="19721"/>
                  <a:pt x="15053" y="20543"/>
                </a:cubicBezTo>
                <a:cubicBezTo>
                  <a:pt x="13325" y="21308"/>
                  <a:pt x="11408" y="21600"/>
                  <a:pt x="9505" y="21369"/>
                </a:cubicBezTo>
                <a:cubicBezTo>
                  <a:pt x="7408" y="21114"/>
                  <a:pt x="5325" y="20227"/>
                  <a:pt x="3541" y="18603"/>
                </a:cubicBezTo>
                <a:cubicBezTo>
                  <a:pt x="2210" y="17392"/>
                  <a:pt x="1279" y="15930"/>
                  <a:pt x="702" y="14376"/>
                </a:cubicBezTo>
                <a:cubicBezTo>
                  <a:pt x="131" y="12837"/>
                  <a:pt x="-95" y="11201"/>
                  <a:pt x="36" y="9594"/>
                </a:cubicBezTo>
                <a:cubicBezTo>
                  <a:pt x="300" y="6352"/>
                  <a:pt x="2013" y="3238"/>
                  <a:pt x="5065" y="1365"/>
                </a:cubicBezTo>
                <a:lnTo>
                  <a:pt x="3765" y="0"/>
                </a:lnTo>
                <a:close/>
              </a:path>
            </a:pathLst>
          </a:custGeom>
          <a:solidFill>
            <a:srgbClr val="437DB2"/>
          </a:solidFill>
          <a:ln>
            <a:noFill/>
          </a:ln>
        </p:spPr>
        <p:txBody>
          <a:bodyPr spcFirstLastPara="1" wrap="square" lIns="19050" tIns="19050" rIns="19050" bIns="19050" anchor="ctr" anchorCtr="0">
            <a:noAutofit/>
          </a:bodyPr>
          <a:lstStyle/>
          <a:p>
            <a:pPr marL="0" marR="0" lvl="0" indent="0" algn="ctr" rtl="0">
              <a:spcBef>
                <a:spcPts val="0"/>
              </a:spcBef>
              <a:spcAft>
                <a:spcPts val="0"/>
              </a:spcAft>
              <a:buNone/>
            </a:pPr>
            <a:endParaRPr sz="1200">
              <a:solidFill>
                <a:srgbClr val="000000"/>
              </a:solidFill>
              <a:latin typeface="Lato Light"/>
              <a:ea typeface="Lato Light"/>
              <a:cs typeface="Lato Light"/>
              <a:sym typeface="Lato Light"/>
            </a:endParaRPr>
          </a:p>
        </p:txBody>
      </p:sp>
      <p:sp>
        <p:nvSpPr>
          <p:cNvPr id="157" name="Google Shape;157;p26"/>
          <p:cNvSpPr/>
          <p:nvPr/>
        </p:nvSpPr>
        <p:spPr>
          <a:xfrm>
            <a:off x="3736306" y="1917864"/>
            <a:ext cx="423758" cy="316332"/>
          </a:xfrm>
          <a:custGeom>
            <a:avLst/>
            <a:gdLst/>
            <a:ahLst/>
            <a:cxnLst/>
            <a:rect l="l" t="t" r="r" b="b"/>
            <a:pathLst>
              <a:path w="21579" h="21600" extrusionOk="0">
                <a:moveTo>
                  <a:pt x="21579" y="21600"/>
                </a:moveTo>
                <a:cubicBezTo>
                  <a:pt x="20965" y="19090"/>
                  <a:pt x="20631" y="16471"/>
                  <a:pt x="20586" y="13829"/>
                </a:cubicBezTo>
                <a:cubicBezTo>
                  <a:pt x="20543" y="11244"/>
                  <a:pt x="20778" y="8664"/>
                  <a:pt x="21284" y="6170"/>
                </a:cubicBezTo>
                <a:cubicBezTo>
                  <a:pt x="18128" y="4224"/>
                  <a:pt x="14832" y="2720"/>
                  <a:pt x="11448" y="1683"/>
                </a:cubicBezTo>
                <a:cubicBezTo>
                  <a:pt x="8066" y="648"/>
                  <a:pt x="4614" y="84"/>
                  <a:pt x="1146" y="0"/>
                </a:cubicBezTo>
                <a:cubicBezTo>
                  <a:pt x="743" y="2263"/>
                  <a:pt x="445" y="4557"/>
                  <a:pt x="254" y="6870"/>
                </a:cubicBezTo>
                <a:cubicBezTo>
                  <a:pt x="62" y="9193"/>
                  <a:pt x="-21" y="11531"/>
                  <a:pt x="5" y="13868"/>
                </a:cubicBezTo>
                <a:cubicBezTo>
                  <a:pt x="3936" y="13809"/>
                  <a:pt x="7854" y="14499"/>
                  <a:pt x="11642" y="15919"/>
                </a:cubicBezTo>
                <a:cubicBezTo>
                  <a:pt x="15124" y="17224"/>
                  <a:pt x="18464" y="19134"/>
                  <a:pt x="21579" y="21600"/>
                </a:cubicBezTo>
                <a:close/>
              </a:path>
            </a:pathLst>
          </a:custGeom>
          <a:solidFill>
            <a:schemeClr val="accent1"/>
          </a:solidFill>
          <a:ln>
            <a:noFill/>
          </a:ln>
        </p:spPr>
        <p:txBody>
          <a:bodyPr spcFirstLastPara="1" wrap="square" lIns="19050" tIns="19050" rIns="19050" bIns="19050" anchor="ctr" anchorCtr="0">
            <a:noAutofit/>
          </a:bodyPr>
          <a:lstStyle/>
          <a:p>
            <a:pPr marL="0" marR="0" lvl="0" indent="0" algn="l" rtl="0">
              <a:spcBef>
                <a:spcPts val="0"/>
              </a:spcBef>
              <a:spcAft>
                <a:spcPts val="0"/>
              </a:spcAft>
              <a:buNone/>
            </a:pPr>
            <a:endParaRPr sz="1300">
              <a:solidFill>
                <a:srgbClr val="7F7F7F"/>
              </a:solidFill>
              <a:latin typeface="Lato Light"/>
              <a:ea typeface="Lato Light"/>
              <a:cs typeface="Lato Light"/>
              <a:sym typeface="Lato Light"/>
            </a:endParaRPr>
          </a:p>
        </p:txBody>
      </p:sp>
      <p:sp>
        <p:nvSpPr>
          <p:cNvPr id="158" name="Google Shape;158;p26"/>
          <p:cNvSpPr/>
          <p:nvPr/>
        </p:nvSpPr>
        <p:spPr>
          <a:xfrm>
            <a:off x="3532785" y="3357930"/>
            <a:ext cx="325512" cy="426509"/>
          </a:xfrm>
          <a:custGeom>
            <a:avLst/>
            <a:gdLst/>
            <a:ahLst/>
            <a:cxnLst/>
            <a:rect l="l" t="t" r="r" b="b"/>
            <a:pathLst>
              <a:path w="21600" h="21579" extrusionOk="0">
                <a:moveTo>
                  <a:pt x="21600" y="0"/>
                </a:moveTo>
                <a:cubicBezTo>
                  <a:pt x="19109" y="597"/>
                  <a:pt x="16522" y="932"/>
                  <a:pt x="13913" y="995"/>
                </a:cubicBezTo>
                <a:cubicBezTo>
                  <a:pt x="11327" y="1058"/>
                  <a:pt x="8742" y="853"/>
                  <a:pt x="6227" y="387"/>
                </a:cubicBezTo>
                <a:cubicBezTo>
                  <a:pt x="4357" y="3529"/>
                  <a:pt x="2888" y="6802"/>
                  <a:pt x="1843" y="10161"/>
                </a:cubicBezTo>
                <a:cubicBezTo>
                  <a:pt x="803" y="13498"/>
                  <a:pt x="186" y="16905"/>
                  <a:pt x="0" y="20333"/>
                </a:cubicBezTo>
                <a:cubicBezTo>
                  <a:pt x="2248" y="20780"/>
                  <a:pt x="4534" y="21109"/>
                  <a:pt x="6842" y="21316"/>
                </a:cubicBezTo>
                <a:cubicBezTo>
                  <a:pt x="9039" y="21513"/>
                  <a:pt x="11250" y="21600"/>
                  <a:pt x="13462" y="21575"/>
                </a:cubicBezTo>
                <a:cubicBezTo>
                  <a:pt x="13546" y="17890"/>
                  <a:pt x="14247" y="14228"/>
                  <a:pt x="15549" y="10679"/>
                </a:cubicBezTo>
                <a:cubicBezTo>
                  <a:pt x="16926" y="6926"/>
                  <a:pt x="18961" y="3334"/>
                  <a:pt x="21600" y="0"/>
                </a:cubicBezTo>
                <a:close/>
              </a:path>
            </a:pathLst>
          </a:custGeom>
          <a:solidFill>
            <a:schemeClr val="accent5"/>
          </a:solidFill>
          <a:ln>
            <a:noFill/>
          </a:ln>
        </p:spPr>
        <p:txBody>
          <a:bodyPr spcFirstLastPara="1" wrap="square" lIns="19050" tIns="19050" rIns="19050" bIns="19050" anchor="ctr" anchorCtr="0">
            <a:noAutofit/>
          </a:bodyPr>
          <a:lstStyle/>
          <a:p>
            <a:pPr marL="0" marR="0" lvl="0" indent="0" algn="l" rtl="0">
              <a:spcBef>
                <a:spcPts val="0"/>
              </a:spcBef>
              <a:spcAft>
                <a:spcPts val="0"/>
              </a:spcAft>
              <a:buNone/>
            </a:pPr>
            <a:endParaRPr sz="1300">
              <a:solidFill>
                <a:srgbClr val="7F7F7F"/>
              </a:solidFill>
              <a:latin typeface="Lato Light"/>
              <a:ea typeface="Lato Light"/>
              <a:cs typeface="Lato Light"/>
              <a:sym typeface="Lato Light"/>
            </a:endParaRPr>
          </a:p>
        </p:txBody>
      </p:sp>
      <p:sp>
        <p:nvSpPr>
          <p:cNvPr id="159" name="Google Shape;159;p26"/>
          <p:cNvSpPr/>
          <p:nvPr/>
        </p:nvSpPr>
        <p:spPr>
          <a:xfrm>
            <a:off x="4965248" y="3654331"/>
            <a:ext cx="427165" cy="337446"/>
          </a:xfrm>
          <a:custGeom>
            <a:avLst/>
            <a:gdLst/>
            <a:ahLst/>
            <a:cxnLst/>
            <a:rect l="l" t="t" r="r" b="b"/>
            <a:pathLst>
              <a:path w="21574" h="21600" extrusionOk="0">
                <a:moveTo>
                  <a:pt x="21568" y="8485"/>
                </a:moveTo>
                <a:cubicBezTo>
                  <a:pt x="21600" y="10739"/>
                  <a:pt x="21515" y="12993"/>
                  <a:pt x="21313" y="15232"/>
                </a:cubicBezTo>
                <a:cubicBezTo>
                  <a:pt x="21120" y="17377"/>
                  <a:pt x="20820" y="19504"/>
                  <a:pt x="20415" y="21600"/>
                </a:cubicBezTo>
                <a:cubicBezTo>
                  <a:pt x="17022" y="21426"/>
                  <a:pt x="13651" y="20820"/>
                  <a:pt x="10352" y="19792"/>
                </a:cubicBezTo>
                <a:cubicBezTo>
                  <a:pt x="7008" y="18749"/>
                  <a:pt x="3756" y="17277"/>
                  <a:pt x="646" y="15398"/>
                </a:cubicBezTo>
                <a:cubicBezTo>
                  <a:pt x="1044" y="12939"/>
                  <a:pt x="1202" y="10426"/>
                  <a:pt x="1114" y="7918"/>
                </a:cubicBezTo>
                <a:cubicBezTo>
                  <a:pt x="1020" y="5228"/>
                  <a:pt x="646" y="2565"/>
                  <a:pt x="0" y="0"/>
                </a:cubicBezTo>
                <a:cubicBezTo>
                  <a:pt x="3333" y="2760"/>
                  <a:pt x="6962" y="4892"/>
                  <a:pt x="10774" y="6331"/>
                </a:cubicBezTo>
                <a:cubicBezTo>
                  <a:pt x="14281" y="7655"/>
                  <a:pt x="17911" y="8379"/>
                  <a:pt x="21568" y="8485"/>
                </a:cubicBezTo>
                <a:close/>
              </a:path>
            </a:pathLst>
          </a:custGeom>
          <a:solidFill>
            <a:srgbClr val="325D85"/>
          </a:solidFill>
          <a:ln>
            <a:noFill/>
          </a:ln>
        </p:spPr>
        <p:txBody>
          <a:bodyPr spcFirstLastPara="1" wrap="square" lIns="19050" tIns="19050" rIns="19050" bIns="19050" anchor="ctr" anchorCtr="0">
            <a:noAutofit/>
          </a:bodyPr>
          <a:lstStyle/>
          <a:p>
            <a:pPr marL="0" marR="0" lvl="0" indent="0" algn="l" rtl="0">
              <a:spcBef>
                <a:spcPts val="0"/>
              </a:spcBef>
              <a:spcAft>
                <a:spcPts val="0"/>
              </a:spcAft>
              <a:buNone/>
            </a:pPr>
            <a:endParaRPr sz="1300">
              <a:solidFill>
                <a:srgbClr val="7F7F7F"/>
              </a:solidFill>
              <a:latin typeface="Lato Light"/>
              <a:ea typeface="Lato Light"/>
              <a:cs typeface="Lato Light"/>
              <a:sym typeface="Lato Light"/>
            </a:endParaRPr>
          </a:p>
        </p:txBody>
      </p:sp>
      <p:sp>
        <p:nvSpPr>
          <p:cNvPr id="160" name="Google Shape;160;p26"/>
          <p:cNvSpPr/>
          <p:nvPr/>
        </p:nvSpPr>
        <p:spPr>
          <a:xfrm>
            <a:off x="5263221" y="2119823"/>
            <a:ext cx="332640" cy="436981"/>
          </a:xfrm>
          <a:custGeom>
            <a:avLst/>
            <a:gdLst/>
            <a:ahLst/>
            <a:cxnLst/>
            <a:rect l="l" t="t" r="r" b="b"/>
            <a:pathLst>
              <a:path w="21600" h="21566" extrusionOk="0">
                <a:moveTo>
                  <a:pt x="21600" y="971"/>
                </a:moveTo>
                <a:cubicBezTo>
                  <a:pt x="21515" y="4369"/>
                  <a:pt x="20965" y="7751"/>
                  <a:pt x="19961" y="11062"/>
                </a:cubicBezTo>
                <a:cubicBezTo>
                  <a:pt x="18948" y="14404"/>
                  <a:pt x="17476" y="17656"/>
                  <a:pt x="15571" y="20764"/>
                </a:cubicBezTo>
                <a:cubicBezTo>
                  <a:pt x="13115" y="20381"/>
                  <a:pt x="10605" y="20240"/>
                  <a:pt x="8102" y="20343"/>
                </a:cubicBezTo>
                <a:cubicBezTo>
                  <a:pt x="5339" y="20458"/>
                  <a:pt x="2612" y="20869"/>
                  <a:pt x="0" y="21566"/>
                </a:cubicBezTo>
                <a:cubicBezTo>
                  <a:pt x="2626" y="18367"/>
                  <a:pt x="4673" y="14912"/>
                  <a:pt x="6083" y="11294"/>
                </a:cubicBezTo>
                <a:cubicBezTo>
                  <a:pt x="7509" y="7635"/>
                  <a:pt x="8272" y="3844"/>
                  <a:pt x="8350" y="27"/>
                </a:cubicBezTo>
                <a:cubicBezTo>
                  <a:pt x="10487" y="-34"/>
                  <a:pt x="12628" y="8"/>
                  <a:pt x="14759" y="151"/>
                </a:cubicBezTo>
                <a:cubicBezTo>
                  <a:pt x="17061" y="306"/>
                  <a:pt x="19346" y="580"/>
                  <a:pt x="21600" y="971"/>
                </a:cubicBezTo>
                <a:close/>
              </a:path>
            </a:pathLst>
          </a:custGeom>
          <a:solidFill>
            <a:schemeClr val="accent4"/>
          </a:solidFill>
          <a:ln>
            <a:noFill/>
          </a:ln>
        </p:spPr>
        <p:txBody>
          <a:bodyPr spcFirstLastPara="1" wrap="square" lIns="19050" tIns="19050" rIns="19050" bIns="19050" anchor="ctr" anchorCtr="0">
            <a:noAutofit/>
          </a:bodyPr>
          <a:lstStyle/>
          <a:p>
            <a:pPr marL="0" marR="0" lvl="0" indent="0" algn="l" rtl="0">
              <a:spcBef>
                <a:spcPts val="0"/>
              </a:spcBef>
              <a:spcAft>
                <a:spcPts val="0"/>
              </a:spcAft>
              <a:buNone/>
            </a:pPr>
            <a:endParaRPr sz="1300">
              <a:solidFill>
                <a:srgbClr val="7F7F7F"/>
              </a:solidFill>
              <a:latin typeface="Lato Light"/>
              <a:ea typeface="Lato Light"/>
              <a:cs typeface="Lato Light"/>
              <a:sym typeface="Lato Light"/>
            </a:endParaRPr>
          </a:p>
        </p:txBody>
      </p:sp>
      <p:sp>
        <p:nvSpPr>
          <p:cNvPr id="161" name="Google Shape;161;p26"/>
          <p:cNvSpPr txBox="1"/>
          <p:nvPr/>
        </p:nvSpPr>
        <p:spPr>
          <a:xfrm>
            <a:off x="4418481" y="1943276"/>
            <a:ext cx="320700" cy="2655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500" b="1">
                <a:solidFill>
                  <a:schemeClr val="accent2"/>
                </a:solidFill>
                <a:latin typeface="League Spartan"/>
                <a:ea typeface="League Spartan"/>
                <a:cs typeface="League Spartan"/>
                <a:sym typeface="League Spartan"/>
              </a:rPr>
              <a:t>01</a:t>
            </a:r>
            <a:endParaRPr sz="1500" b="1">
              <a:solidFill>
                <a:schemeClr val="accent2"/>
              </a:solidFill>
              <a:latin typeface="League Spartan"/>
              <a:ea typeface="League Spartan"/>
              <a:cs typeface="League Spartan"/>
              <a:sym typeface="League Spartan"/>
            </a:endParaRPr>
          </a:p>
        </p:txBody>
      </p:sp>
      <p:sp>
        <p:nvSpPr>
          <p:cNvPr id="162" name="Google Shape;162;p26"/>
          <p:cNvSpPr txBox="1"/>
          <p:nvPr/>
        </p:nvSpPr>
        <p:spPr>
          <a:xfrm>
            <a:off x="4387426" y="3677818"/>
            <a:ext cx="378300" cy="2655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500" b="1">
                <a:solidFill>
                  <a:schemeClr val="accent2"/>
                </a:solidFill>
                <a:latin typeface="League Spartan"/>
                <a:ea typeface="League Spartan"/>
                <a:cs typeface="League Spartan"/>
                <a:sym typeface="League Spartan"/>
              </a:rPr>
              <a:t>03</a:t>
            </a:r>
            <a:endParaRPr sz="1500" b="1">
              <a:solidFill>
                <a:schemeClr val="accent2"/>
              </a:solidFill>
              <a:latin typeface="League Spartan"/>
              <a:ea typeface="League Spartan"/>
              <a:cs typeface="League Spartan"/>
              <a:sym typeface="League Spartan"/>
            </a:endParaRPr>
          </a:p>
        </p:txBody>
      </p:sp>
      <p:sp>
        <p:nvSpPr>
          <p:cNvPr id="163" name="Google Shape;163;p26"/>
          <p:cNvSpPr txBox="1"/>
          <p:nvPr/>
        </p:nvSpPr>
        <p:spPr>
          <a:xfrm>
            <a:off x="5244434" y="2819875"/>
            <a:ext cx="370200" cy="2655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500" b="1">
                <a:solidFill>
                  <a:schemeClr val="accent2"/>
                </a:solidFill>
                <a:latin typeface="League Spartan"/>
                <a:ea typeface="League Spartan"/>
                <a:cs typeface="League Spartan"/>
                <a:sym typeface="League Spartan"/>
              </a:rPr>
              <a:t>02</a:t>
            </a:r>
            <a:endParaRPr sz="1500" b="1">
              <a:solidFill>
                <a:schemeClr val="accent2"/>
              </a:solidFill>
              <a:latin typeface="League Spartan"/>
              <a:ea typeface="League Spartan"/>
              <a:cs typeface="League Spartan"/>
              <a:sym typeface="League Spartan"/>
            </a:endParaRPr>
          </a:p>
        </p:txBody>
      </p:sp>
      <p:sp>
        <p:nvSpPr>
          <p:cNvPr id="164" name="Google Shape;164;p26"/>
          <p:cNvSpPr txBox="1"/>
          <p:nvPr/>
        </p:nvSpPr>
        <p:spPr>
          <a:xfrm>
            <a:off x="3497093" y="2819875"/>
            <a:ext cx="396900" cy="2655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500" b="1">
                <a:solidFill>
                  <a:schemeClr val="accent2"/>
                </a:solidFill>
                <a:latin typeface="League Spartan"/>
                <a:ea typeface="League Spartan"/>
                <a:cs typeface="League Spartan"/>
                <a:sym typeface="League Spartan"/>
              </a:rPr>
              <a:t>04</a:t>
            </a:r>
            <a:endParaRPr sz="1500" b="1">
              <a:solidFill>
                <a:schemeClr val="accent2"/>
              </a:solidFill>
              <a:latin typeface="League Spartan"/>
              <a:ea typeface="League Spartan"/>
              <a:cs typeface="League Spartan"/>
              <a:sym typeface="League Spartan"/>
            </a:endParaRPr>
          </a:p>
        </p:txBody>
      </p:sp>
      <p:sp>
        <p:nvSpPr>
          <p:cNvPr id="165" name="Google Shape;165;p26"/>
          <p:cNvSpPr txBox="1">
            <a:spLocks noGrp="1"/>
          </p:cNvSpPr>
          <p:nvPr>
            <p:ph type="subTitle" idx="2"/>
          </p:nvPr>
        </p:nvSpPr>
        <p:spPr>
          <a:xfrm>
            <a:off x="6368675" y="3321975"/>
            <a:ext cx="2318400" cy="1216200"/>
          </a:xfrm>
          <a:prstGeom prst="rect">
            <a:avLst/>
          </a:prstGeom>
        </p:spPr>
        <p:txBody>
          <a:bodyPr spcFirstLastPara="1" wrap="square" lIns="91425" tIns="91425" rIns="91425" bIns="91425" anchor="t" anchorCtr="0">
            <a:normAutofit/>
          </a:bodyPr>
          <a:lstStyle>
            <a:lvl1pPr lvl="0">
              <a:spcBef>
                <a:spcPts val="0"/>
              </a:spcBef>
              <a:spcAft>
                <a:spcPts val="0"/>
              </a:spcAft>
              <a:buSzPts val="1200"/>
              <a:buFont typeface="Open Sans Medium"/>
              <a:buNone/>
              <a:defRPr sz="1200">
                <a:latin typeface="Open Sans Medium"/>
                <a:ea typeface="Open Sans Medium"/>
                <a:cs typeface="Open Sans Medium"/>
                <a:sym typeface="Open Sans Medium"/>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166" name="Google Shape;166;p26"/>
          <p:cNvSpPr txBox="1">
            <a:spLocks noGrp="1"/>
          </p:cNvSpPr>
          <p:nvPr>
            <p:ph type="subTitle" idx="3"/>
          </p:nvPr>
        </p:nvSpPr>
        <p:spPr>
          <a:xfrm>
            <a:off x="470725" y="1394975"/>
            <a:ext cx="2318400" cy="1216200"/>
          </a:xfrm>
          <a:prstGeom prst="rect">
            <a:avLst/>
          </a:prstGeom>
        </p:spPr>
        <p:txBody>
          <a:bodyPr spcFirstLastPara="1" wrap="square" lIns="91425" tIns="91425" rIns="91425" bIns="91425" anchor="t" anchorCtr="0">
            <a:normAutofit/>
          </a:bodyPr>
          <a:lstStyle>
            <a:lvl1pPr lvl="0" algn="r">
              <a:spcBef>
                <a:spcPts val="0"/>
              </a:spcBef>
              <a:spcAft>
                <a:spcPts val="0"/>
              </a:spcAft>
              <a:buSzPts val="1200"/>
              <a:buFont typeface="Open Sans Medium"/>
              <a:buNone/>
              <a:defRPr sz="1200">
                <a:latin typeface="Open Sans Medium"/>
                <a:ea typeface="Open Sans Medium"/>
                <a:cs typeface="Open Sans Medium"/>
                <a:sym typeface="Open Sans Medium"/>
              </a:defRPr>
            </a:lvl1pPr>
            <a:lvl2pPr lvl="1" algn="r">
              <a:spcBef>
                <a:spcPts val="0"/>
              </a:spcBef>
              <a:spcAft>
                <a:spcPts val="0"/>
              </a:spcAft>
              <a:buSzPts val="1200"/>
              <a:buNone/>
              <a:defRPr/>
            </a:lvl2pPr>
            <a:lvl3pPr lvl="2" algn="r">
              <a:spcBef>
                <a:spcPts val="0"/>
              </a:spcBef>
              <a:spcAft>
                <a:spcPts val="0"/>
              </a:spcAft>
              <a:buSzPts val="1200"/>
              <a:buNone/>
              <a:defRPr/>
            </a:lvl3pPr>
            <a:lvl4pPr lvl="3" algn="r">
              <a:spcBef>
                <a:spcPts val="0"/>
              </a:spcBef>
              <a:spcAft>
                <a:spcPts val="0"/>
              </a:spcAft>
              <a:buSzPts val="1200"/>
              <a:buNone/>
              <a:defRPr/>
            </a:lvl4pPr>
            <a:lvl5pPr lvl="4" algn="r">
              <a:spcBef>
                <a:spcPts val="0"/>
              </a:spcBef>
              <a:spcAft>
                <a:spcPts val="0"/>
              </a:spcAft>
              <a:buSzPts val="1200"/>
              <a:buNone/>
              <a:defRPr/>
            </a:lvl5pPr>
            <a:lvl6pPr lvl="5" algn="r">
              <a:spcBef>
                <a:spcPts val="0"/>
              </a:spcBef>
              <a:spcAft>
                <a:spcPts val="0"/>
              </a:spcAft>
              <a:buSzPts val="1200"/>
              <a:buNone/>
              <a:defRPr/>
            </a:lvl6pPr>
            <a:lvl7pPr lvl="6" algn="r">
              <a:spcBef>
                <a:spcPts val="0"/>
              </a:spcBef>
              <a:spcAft>
                <a:spcPts val="0"/>
              </a:spcAft>
              <a:buSzPts val="1200"/>
              <a:buNone/>
              <a:defRPr/>
            </a:lvl7pPr>
            <a:lvl8pPr lvl="7" algn="r">
              <a:spcBef>
                <a:spcPts val="0"/>
              </a:spcBef>
              <a:spcAft>
                <a:spcPts val="0"/>
              </a:spcAft>
              <a:buSzPts val="1200"/>
              <a:buNone/>
              <a:defRPr/>
            </a:lvl8pPr>
            <a:lvl9pPr lvl="8" algn="r">
              <a:spcBef>
                <a:spcPts val="0"/>
              </a:spcBef>
              <a:spcAft>
                <a:spcPts val="0"/>
              </a:spcAft>
              <a:buSzPts val="1200"/>
              <a:buNone/>
              <a:defRPr/>
            </a:lvl9pPr>
          </a:lstStyle>
          <a:p>
            <a:endParaRPr/>
          </a:p>
        </p:txBody>
      </p:sp>
      <p:sp>
        <p:nvSpPr>
          <p:cNvPr id="167" name="Google Shape;167;p26"/>
          <p:cNvSpPr txBox="1">
            <a:spLocks noGrp="1"/>
          </p:cNvSpPr>
          <p:nvPr>
            <p:ph type="subTitle" idx="4"/>
          </p:nvPr>
        </p:nvSpPr>
        <p:spPr>
          <a:xfrm>
            <a:off x="470725" y="3321975"/>
            <a:ext cx="2318400" cy="1216200"/>
          </a:xfrm>
          <a:prstGeom prst="rect">
            <a:avLst/>
          </a:prstGeom>
        </p:spPr>
        <p:txBody>
          <a:bodyPr spcFirstLastPara="1" wrap="square" lIns="91425" tIns="91425" rIns="91425" bIns="91425" anchor="t" anchorCtr="0">
            <a:normAutofit/>
          </a:bodyPr>
          <a:lstStyle>
            <a:lvl1pPr lvl="0" algn="r">
              <a:spcBef>
                <a:spcPts val="0"/>
              </a:spcBef>
              <a:spcAft>
                <a:spcPts val="0"/>
              </a:spcAft>
              <a:buSzPts val="1200"/>
              <a:buFont typeface="Open Sans Medium"/>
              <a:buNone/>
              <a:defRPr sz="1200">
                <a:latin typeface="Open Sans Medium"/>
                <a:ea typeface="Open Sans Medium"/>
                <a:cs typeface="Open Sans Medium"/>
                <a:sym typeface="Open Sans Medium"/>
              </a:defRPr>
            </a:lvl1pPr>
            <a:lvl2pPr lvl="1" algn="r">
              <a:spcBef>
                <a:spcPts val="0"/>
              </a:spcBef>
              <a:spcAft>
                <a:spcPts val="0"/>
              </a:spcAft>
              <a:buSzPts val="1200"/>
              <a:buNone/>
              <a:defRPr/>
            </a:lvl2pPr>
            <a:lvl3pPr lvl="2" algn="r">
              <a:spcBef>
                <a:spcPts val="0"/>
              </a:spcBef>
              <a:spcAft>
                <a:spcPts val="0"/>
              </a:spcAft>
              <a:buSzPts val="1200"/>
              <a:buNone/>
              <a:defRPr/>
            </a:lvl3pPr>
            <a:lvl4pPr lvl="3" algn="r">
              <a:spcBef>
                <a:spcPts val="0"/>
              </a:spcBef>
              <a:spcAft>
                <a:spcPts val="0"/>
              </a:spcAft>
              <a:buSzPts val="1200"/>
              <a:buNone/>
              <a:defRPr/>
            </a:lvl4pPr>
            <a:lvl5pPr lvl="4" algn="r">
              <a:spcBef>
                <a:spcPts val="0"/>
              </a:spcBef>
              <a:spcAft>
                <a:spcPts val="0"/>
              </a:spcAft>
              <a:buSzPts val="1200"/>
              <a:buNone/>
              <a:defRPr/>
            </a:lvl5pPr>
            <a:lvl6pPr lvl="5" algn="r">
              <a:spcBef>
                <a:spcPts val="0"/>
              </a:spcBef>
              <a:spcAft>
                <a:spcPts val="0"/>
              </a:spcAft>
              <a:buSzPts val="1200"/>
              <a:buNone/>
              <a:defRPr/>
            </a:lvl6pPr>
            <a:lvl7pPr lvl="6" algn="r">
              <a:spcBef>
                <a:spcPts val="0"/>
              </a:spcBef>
              <a:spcAft>
                <a:spcPts val="0"/>
              </a:spcAft>
              <a:buSzPts val="1200"/>
              <a:buNone/>
              <a:defRPr/>
            </a:lvl7pPr>
            <a:lvl8pPr lvl="7" algn="r">
              <a:spcBef>
                <a:spcPts val="0"/>
              </a:spcBef>
              <a:spcAft>
                <a:spcPts val="0"/>
              </a:spcAft>
              <a:buSzPts val="1200"/>
              <a:buNone/>
              <a:defRPr/>
            </a:lvl8pPr>
            <a:lvl9pPr lvl="8" algn="r">
              <a:spcBef>
                <a:spcPts val="0"/>
              </a:spcBef>
              <a:spcAft>
                <a:spcPts val="0"/>
              </a:spcAft>
              <a:buSzPts val="1200"/>
              <a:buNone/>
              <a:defRPr/>
            </a:lvl9pPr>
          </a:lstStyle>
          <a:p>
            <a:endParaRPr/>
          </a:p>
        </p:txBody>
      </p:sp>
      <p:sp>
        <p:nvSpPr>
          <p:cNvPr id="168" name="Google Shape;168;p26"/>
          <p:cNvSpPr txBox="1">
            <a:spLocks noGrp="1"/>
          </p:cNvSpPr>
          <p:nvPr>
            <p:ph type="title"/>
          </p:nvPr>
        </p:nvSpPr>
        <p:spPr>
          <a:xfrm>
            <a:off x="1245150" y="401725"/>
            <a:ext cx="6653700" cy="423600"/>
          </a:xfrm>
          <a:prstGeom prst="rect">
            <a:avLst/>
          </a:prstGeom>
        </p:spPr>
        <p:txBody>
          <a:bodyPr spcFirstLastPara="1" wrap="square" lIns="91425" tIns="91425" rIns="91425" bIns="91425" anchor="ctr" anchorCtr="0">
            <a:noAutofit/>
          </a:bodyPr>
          <a:lstStyle>
            <a:lvl1pPr lvl="0" algn="ctr">
              <a:spcBef>
                <a:spcPts val="0"/>
              </a:spcBef>
              <a:spcAft>
                <a:spcPts val="0"/>
              </a:spcAft>
              <a:buSzPts val="2400"/>
              <a:buNone/>
              <a:defRPr sz="2400"/>
            </a:lvl1pPr>
            <a:lvl2pPr lvl="1">
              <a:spcBef>
                <a:spcPts val="0"/>
              </a:spcBef>
              <a:spcAft>
                <a:spcPts val="0"/>
              </a:spcAft>
              <a:buSzPts val="2800"/>
              <a:buNone/>
              <a:defRPr>
                <a:latin typeface="Lato Light"/>
                <a:ea typeface="Lato Light"/>
                <a:cs typeface="Lato Light"/>
                <a:sym typeface="Lato Light"/>
              </a:defRPr>
            </a:lvl2pPr>
            <a:lvl3pPr lvl="2">
              <a:spcBef>
                <a:spcPts val="0"/>
              </a:spcBef>
              <a:spcAft>
                <a:spcPts val="0"/>
              </a:spcAft>
              <a:buSzPts val="2800"/>
              <a:buNone/>
              <a:defRPr>
                <a:latin typeface="Lato Light"/>
                <a:ea typeface="Lato Light"/>
                <a:cs typeface="Lato Light"/>
                <a:sym typeface="Lato Light"/>
              </a:defRPr>
            </a:lvl3pPr>
            <a:lvl4pPr lvl="3">
              <a:spcBef>
                <a:spcPts val="0"/>
              </a:spcBef>
              <a:spcAft>
                <a:spcPts val="0"/>
              </a:spcAft>
              <a:buSzPts val="2800"/>
              <a:buNone/>
              <a:defRPr>
                <a:latin typeface="Lato Light"/>
                <a:ea typeface="Lato Light"/>
                <a:cs typeface="Lato Light"/>
                <a:sym typeface="Lato Light"/>
              </a:defRPr>
            </a:lvl4pPr>
            <a:lvl5pPr lvl="4">
              <a:spcBef>
                <a:spcPts val="0"/>
              </a:spcBef>
              <a:spcAft>
                <a:spcPts val="0"/>
              </a:spcAft>
              <a:buSzPts val="2800"/>
              <a:buNone/>
              <a:defRPr>
                <a:latin typeface="Lato Light"/>
                <a:ea typeface="Lato Light"/>
                <a:cs typeface="Lato Light"/>
                <a:sym typeface="Lato Light"/>
              </a:defRPr>
            </a:lvl5pPr>
            <a:lvl6pPr lvl="5">
              <a:spcBef>
                <a:spcPts val="0"/>
              </a:spcBef>
              <a:spcAft>
                <a:spcPts val="0"/>
              </a:spcAft>
              <a:buSzPts val="2800"/>
              <a:buNone/>
              <a:defRPr>
                <a:latin typeface="Lato Light"/>
                <a:ea typeface="Lato Light"/>
                <a:cs typeface="Lato Light"/>
                <a:sym typeface="Lato Light"/>
              </a:defRPr>
            </a:lvl6pPr>
            <a:lvl7pPr lvl="6">
              <a:spcBef>
                <a:spcPts val="0"/>
              </a:spcBef>
              <a:spcAft>
                <a:spcPts val="0"/>
              </a:spcAft>
              <a:buSzPts val="2800"/>
              <a:buNone/>
              <a:defRPr>
                <a:latin typeface="Lato Light"/>
                <a:ea typeface="Lato Light"/>
                <a:cs typeface="Lato Light"/>
                <a:sym typeface="Lato Light"/>
              </a:defRPr>
            </a:lvl7pPr>
            <a:lvl8pPr lvl="7">
              <a:spcBef>
                <a:spcPts val="0"/>
              </a:spcBef>
              <a:spcAft>
                <a:spcPts val="0"/>
              </a:spcAft>
              <a:buSzPts val="2800"/>
              <a:buNone/>
              <a:defRPr>
                <a:latin typeface="Lato Light"/>
                <a:ea typeface="Lato Light"/>
                <a:cs typeface="Lato Light"/>
                <a:sym typeface="Lato Light"/>
              </a:defRPr>
            </a:lvl8pPr>
            <a:lvl9pPr lvl="8">
              <a:spcBef>
                <a:spcPts val="0"/>
              </a:spcBef>
              <a:spcAft>
                <a:spcPts val="0"/>
              </a:spcAft>
              <a:buSzPts val="2800"/>
              <a:buNone/>
              <a:defRPr>
                <a:latin typeface="Lato Light"/>
                <a:ea typeface="Lato Light"/>
                <a:cs typeface="Lato Light"/>
                <a:sym typeface="Lato Light"/>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oints 4_3">
  <p:cSld name="CUSTOM_3_1">
    <p:spTree>
      <p:nvGrpSpPr>
        <p:cNvPr id="1" name="Shape 169"/>
        <p:cNvGrpSpPr/>
        <p:nvPr/>
      </p:nvGrpSpPr>
      <p:grpSpPr>
        <a:xfrm>
          <a:off x="0" y="0"/>
          <a:ext cx="0" cy="0"/>
          <a:chOff x="0" y="0"/>
          <a:chExt cx="0" cy="0"/>
        </a:xfrm>
      </p:grpSpPr>
      <p:sp>
        <p:nvSpPr>
          <p:cNvPr id="170" name="Google Shape;170;p27"/>
          <p:cNvSpPr txBox="1"/>
          <p:nvPr/>
        </p:nvSpPr>
        <p:spPr>
          <a:xfrm>
            <a:off x="563145" y="149817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01</a:t>
            </a:r>
            <a:endParaRPr sz="2000" b="1">
              <a:solidFill>
                <a:schemeClr val="accent4"/>
              </a:solidFill>
              <a:latin typeface="League Spartan"/>
              <a:ea typeface="League Spartan"/>
              <a:cs typeface="League Spartan"/>
              <a:sym typeface="League Spartan"/>
            </a:endParaRPr>
          </a:p>
        </p:txBody>
      </p:sp>
      <p:sp>
        <p:nvSpPr>
          <p:cNvPr id="171" name="Google Shape;171;p27"/>
          <p:cNvSpPr txBox="1">
            <a:spLocks noGrp="1"/>
          </p:cNvSpPr>
          <p:nvPr>
            <p:ph type="title"/>
          </p:nvPr>
        </p:nvSpPr>
        <p:spPr>
          <a:xfrm>
            <a:off x="1245150" y="401725"/>
            <a:ext cx="6653700" cy="423600"/>
          </a:xfrm>
          <a:prstGeom prst="rect">
            <a:avLst/>
          </a:prstGeom>
        </p:spPr>
        <p:txBody>
          <a:bodyPr spcFirstLastPara="1" wrap="square" lIns="91425" tIns="91425" rIns="91425" bIns="91425" anchor="ctr" anchorCtr="0">
            <a:spAutoFit/>
          </a:bodyPr>
          <a:lstStyle>
            <a:lvl1pPr lvl="0" algn="ctr">
              <a:spcBef>
                <a:spcPts val="0"/>
              </a:spcBef>
              <a:spcAft>
                <a:spcPts val="0"/>
              </a:spcAft>
              <a:buSzPts val="2400"/>
              <a:buNone/>
              <a:defRPr sz="2400"/>
            </a:lvl1pPr>
            <a:lvl2pPr lvl="1">
              <a:spcBef>
                <a:spcPts val="0"/>
              </a:spcBef>
              <a:spcAft>
                <a:spcPts val="0"/>
              </a:spcAft>
              <a:buSzPts val="2800"/>
              <a:buNone/>
              <a:defRPr>
                <a:latin typeface="Lato Light"/>
                <a:ea typeface="Lato Light"/>
                <a:cs typeface="Lato Light"/>
                <a:sym typeface="Lato Light"/>
              </a:defRPr>
            </a:lvl2pPr>
            <a:lvl3pPr lvl="2">
              <a:spcBef>
                <a:spcPts val="0"/>
              </a:spcBef>
              <a:spcAft>
                <a:spcPts val="0"/>
              </a:spcAft>
              <a:buSzPts val="2800"/>
              <a:buNone/>
              <a:defRPr>
                <a:latin typeface="Lato Light"/>
                <a:ea typeface="Lato Light"/>
                <a:cs typeface="Lato Light"/>
                <a:sym typeface="Lato Light"/>
              </a:defRPr>
            </a:lvl3pPr>
            <a:lvl4pPr lvl="3">
              <a:spcBef>
                <a:spcPts val="0"/>
              </a:spcBef>
              <a:spcAft>
                <a:spcPts val="0"/>
              </a:spcAft>
              <a:buSzPts val="2800"/>
              <a:buNone/>
              <a:defRPr>
                <a:latin typeface="Lato Light"/>
                <a:ea typeface="Lato Light"/>
                <a:cs typeface="Lato Light"/>
                <a:sym typeface="Lato Light"/>
              </a:defRPr>
            </a:lvl4pPr>
            <a:lvl5pPr lvl="4">
              <a:spcBef>
                <a:spcPts val="0"/>
              </a:spcBef>
              <a:spcAft>
                <a:spcPts val="0"/>
              </a:spcAft>
              <a:buSzPts val="2800"/>
              <a:buNone/>
              <a:defRPr>
                <a:latin typeface="Lato Light"/>
                <a:ea typeface="Lato Light"/>
                <a:cs typeface="Lato Light"/>
                <a:sym typeface="Lato Light"/>
              </a:defRPr>
            </a:lvl5pPr>
            <a:lvl6pPr lvl="5">
              <a:spcBef>
                <a:spcPts val="0"/>
              </a:spcBef>
              <a:spcAft>
                <a:spcPts val="0"/>
              </a:spcAft>
              <a:buSzPts val="2800"/>
              <a:buNone/>
              <a:defRPr>
                <a:latin typeface="Lato Light"/>
                <a:ea typeface="Lato Light"/>
                <a:cs typeface="Lato Light"/>
                <a:sym typeface="Lato Light"/>
              </a:defRPr>
            </a:lvl6pPr>
            <a:lvl7pPr lvl="6">
              <a:spcBef>
                <a:spcPts val="0"/>
              </a:spcBef>
              <a:spcAft>
                <a:spcPts val="0"/>
              </a:spcAft>
              <a:buSzPts val="2800"/>
              <a:buNone/>
              <a:defRPr>
                <a:latin typeface="Lato Light"/>
                <a:ea typeface="Lato Light"/>
                <a:cs typeface="Lato Light"/>
                <a:sym typeface="Lato Light"/>
              </a:defRPr>
            </a:lvl7pPr>
            <a:lvl8pPr lvl="7">
              <a:spcBef>
                <a:spcPts val="0"/>
              </a:spcBef>
              <a:spcAft>
                <a:spcPts val="0"/>
              </a:spcAft>
              <a:buSzPts val="2800"/>
              <a:buNone/>
              <a:defRPr>
                <a:latin typeface="Lato Light"/>
                <a:ea typeface="Lato Light"/>
                <a:cs typeface="Lato Light"/>
                <a:sym typeface="Lato Light"/>
              </a:defRPr>
            </a:lvl8pPr>
            <a:lvl9pPr lvl="8">
              <a:spcBef>
                <a:spcPts val="0"/>
              </a:spcBef>
              <a:spcAft>
                <a:spcPts val="0"/>
              </a:spcAft>
              <a:buSzPts val="2800"/>
              <a:buNone/>
              <a:defRPr>
                <a:latin typeface="Lato Light"/>
                <a:ea typeface="Lato Light"/>
                <a:cs typeface="Lato Light"/>
                <a:sym typeface="Lato Light"/>
              </a:defRPr>
            </a:lvl9pPr>
          </a:lstStyle>
          <a:p>
            <a:endParaRPr/>
          </a:p>
        </p:txBody>
      </p:sp>
      <p:sp>
        <p:nvSpPr>
          <p:cNvPr id="172" name="Google Shape;172;p27"/>
          <p:cNvSpPr txBox="1">
            <a:spLocks noGrp="1"/>
          </p:cNvSpPr>
          <p:nvPr>
            <p:ph type="subTitle" idx="1"/>
          </p:nvPr>
        </p:nvSpPr>
        <p:spPr>
          <a:xfrm>
            <a:off x="1106375" y="1444225"/>
            <a:ext cx="2881500" cy="13020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73" name="Google Shape;173;p27"/>
          <p:cNvSpPr txBox="1"/>
          <p:nvPr/>
        </p:nvSpPr>
        <p:spPr>
          <a:xfrm>
            <a:off x="4944270" y="149817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02</a:t>
            </a:r>
            <a:endParaRPr sz="2000" b="1">
              <a:solidFill>
                <a:schemeClr val="accent4"/>
              </a:solidFill>
              <a:latin typeface="League Spartan"/>
              <a:ea typeface="League Spartan"/>
              <a:cs typeface="League Spartan"/>
              <a:sym typeface="League Spartan"/>
            </a:endParaRPr>
          </a:p>
        </p:txBody>
      </p:sp>
      <p:sp>
        <p:nvSpPr>
          <p:cNvPr id="174" name="Google Shape;174;p27"/>
          <p:cNvSpPr txBox="1">
            <a:spLocks noGrp="1"/>
          </p:cNvSpPr>
          <p:nvPr>
            <p:ph type="subTitle" idx="2"/>
          </p:nvPr>
        </p:nvSpPr>
        <p:spPr>
          <a:xfrm>
            <a:off x="5487500" y="1444225"/>
            <a:ext cx="2881500" cy="13020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75" name="Google Shape;175;p27"/>
          <p:cNvSpPr txBox="1"/>
          <p:nvPr/>
        </p:nvSpPr>
        <p:spPr>
          <a:xfrm>
            <a:off x="563145" y="323542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03</a:t>
            </a:r>
            <a:endParaRPr sz="2000" b="1">
              <a:solidFill>
                <a:schemeClr val="accent4"/>
              </a:solidFill>
              <a:latin typeface="League Spartan"/>
              <a:ea typeface="League Spartan"/>
              <a:cs typeface="League Spartan"/>
              <a:sym typeface="League Spartan"/>
            </a:endParaRPr>
          </a:p>
        </p:txBody>
      </p:sp>
      <p:sp>
        <p:nvSpPr>
          <p:cNvPr id="176" name="Google Shape;176;p27"/>
          <p:cNvSpPr txBox="1">
            <a:spLocks noGrp="1"/>
          </p:cNvSpPr>
          <p:nvPr>
            <p:ph type="subTitle" idx="3"/>
          </p:nvPr>
        </p:nvSpPr>
        <p:spPr>
          <a:xfrm>
            <a:off x="1106375" y="3174175"/>
            <a:ext cx="2881500" cy="13020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77" name="Google Shape;177;p27"/>
          <p:cNvSpPr txBox="1"/>
          <p:nvPr/>
        </p:nvSpPr>
        <p:spPr>
          <a:xfrm>
            <a:off x="4944270" y="3235425"/>
            <a:ext cx="474900" cy="307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None/>
            </a:pPr>
            <a:r>
              <a:rPr lang="en-GB" sz="2000" b="1">
                <a:solidFill>
                  <a:schemeClr val="accent4"/>
                </a:solidFill>
                <a:latin typeface="League Spartan"/>
                <a:ea typeface="League Spartan"/>
                <a:cs typeface="League Spartan"/>
                <a:sym typeface="League Spartan"/>
              </a:rPr>
              <a:t>04</a:t>
            </a:r>
            <a:endParaRPr sz="2000" b="1">
              <a:solidFill>
                <a:schemeClr val="accent4"/>
              </a:solidFill>
              <a:latin typeface="League Spartan"/>
              <a:ea typeface="League Spartan"/>
              <a:cs typeface="League Spartan"/>
              <a:sym typeface="League Spartan"/>
            </a:endParaRPr>
          </a:p>
        </p:txBody>
      </p:sp>
      <p:sp>
        <p:nvSpPr>
          <p:cNvPr id="178" name="Google Shape;178;p27"/>
          <p:cNvSpPr txBox="1">
            <a:spLocks noGrp="1"/>
          </p:cNvSpPr>
          <p:nvPr>
            <p:ph type="subTitle" idx="4"/>
          </p:nvPr>
        </p:nvSpPr>
        <p:spPr>
          <a:xfrm>
            <a:off x="5487500" y="3174175"/>
            <a:ext cx="2881500" cy="13020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Tree>
  </p:cSld>
  <p:clrMapOvr>
    <a:masterClrMapping/>
  </p:clrMapOvr>
  <p:extLst>
    <p:ext uri="{DCECCB84-F9BA-43D5-87BE-67443E8EF086}">
      <p15:sldGuideLst xmlns:p15="http://schemas.microsoft.com/office/powerpoint/2012/main">
        <p15:guide id="1" pos="1404">
          <p15:clr>
            <a:srgbClr val="E46962"/>
          </p15:clr>
        </p15:guide>
        <p15:guide id="2" orient="horz" pos="979">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Points 5_1">
  <p:cSld name="CUSTOM_2_1">
    <p:spTree>
      <p:nvGrpSpPr>
        <p:cNvPr id="1" name="Shape 179"/>
        <p:cNvGrpSpPr/>
        <p:nvPr/>
      </p:nvGrpSpPr>
      <p:grpSpPr>
        <a:xfrm>
          <a:off x="0" y="0"/>
          <a:ext cx="0" cy="0"/>
          <a:chOff x="0" y="0"/>
          <a:chExt cx="0" cy="0"/>
        </a:xfrm>
      </p:grpSpPr>
      <p:sp>
        <p:nvSpPr>
          <p:cNvPr id="180" name="Google Shape;180;p28"/>
          <p:cNvSpPr txBox="1">
            <a:spLocks noGrp="1"/>
          </p:cNvSpPr>
          <p:nvPr>
            <p:ph type="subTitle" idx="1"/>
          </p:nvPr>
        </p:nvSpPr>
        <p:spPr>
          <a:xfrm>
            <a:off x="6354875" y="1183150"/>
            <a:ext cx="2318400" cy="9951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181" name="Google Shape;181;p28"/>
          <p:cNvSpPr txBox="1">
            <a:spLocks noGrp="1"/>
          </p:cNvSpPr>
          <p:nvPr>
            <p:ph type="subTitle" idx="2"/>
          </p:nvPr>
        </p:nvSpPr>
        <p:spPr>
          <a:xfrm>
            <a:off x="6354875" y="2399350"/>
            <a:ext cx="2318400" cy="10479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182" name="Google Shape;182;p28"/>
          <p:cNvSpPr txBox="1">
            <a:spLocks noGrp="1"/>
          </p:cNvSpPr>
          <p:nvPr>
            <p:ph type="subTitle" idx="3"/>
          </p:nvPr>
        </p:nvSpPr>
        <p:spPr>
          <a:xfrm>
            <a:off x="456925" y="1278100"/>
            <a:ext cx="2318400" cy="1216200"/>
          </a:xfrm>
          <a:prstGeom prst="rect">
            <a:avLst/>
          </a:prstGeom>
        </p:spPr>
        <p:txBody>
          <a:bodyPr spcFirstLastPara="1" wrap="square" lIns="91425" tIns="91425" rIns="91425" bIns="91425" anchor="t" anchorCtr="0">
            <a:normAutofit/>
          </a:bodyPr>
          <a:lstStyle>
            <a:lvl1pPr lvl="0" algn="r">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83" name="Google Shape;183;p28"/>
          <p:cNvSpPr txBox="1">
            <a:spLocks noGrp="1"/>
          </p:cNvSpPr>
          <p:nvPr>
            <p:ph type="subTitle" idx="4"/>
          </p:nvPr>
        </p:nvSpPr>
        <p:spPr>
          <a:xfrm>
            <a:off x="470725" y="3321975"/>
            <a:ext cx="2318400" cy="1216200"/>
          </a:xfrm>
          <a:prstGeom prst="rect">
            <a:avLst/>
          </a:prstGeom>
        </p:spPr>
        <p:txBody>
          <a:bodyPr spcFirstLastPara="1" wrap="square" lIns="91425" tIns="91425" rIns="91425" bIns="91425" anchor="t" anchorCtr="0">
            <a:normAutofit/>
          </a:bodyPr>
          <a:lstStyle>
            <a:lvl1pPr lvl="0" algn="r">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lgn="r">
              <a:spcBef>
                <a:spcPts val="0"/>
              </a:spcBef>
              <a:spcAft>
                <a:spcPts val="0"/>
              </a:spcAft>
              <a:buSzPts val="1100"/>
              <a:buNone/>
              <a:defRPr sz="1100"/>
            </a:lvl2pPr>
            <a:lvl3pPr lvl="2" algn="r">
              <a:spcBef>
                <a:spcPts val="0"/>
              </a:spcBef>
              <a:spcAft>
                <a:spcPts val="0"/>
              </a:spcAft>
              <a:buSzPts val="1100"/>
              <a:buNone/>
              <a:defRPr sz="1100"/>
            </a:lvl3pPr>
            <a:lvl4pPr lvl="3" algn="r">
              <a:spcBef>
                <a:spcPts val="0"/>
              </a:spcBef>
              <a:spcAft>
                <a:spcPts val="0"/>
              </a:spcAft>
              <a:buSzPts val="1100"/>
              <a:buNone/>
              <a:defRPr sz="1100"/>
            </a:lvl4pPr>
            <a:lvl5pPr lvl="4" algn="r">
              <a:spcBef>
                <a:spcPts val="0"/>
              </a:spcBef>
              <a:spcAft>
                <a:spcPts val="0"/>
              </a:spcAft>
              <a:buSzPts val="1100"/>
              <a:buNone/>
              <a:defRPr sz="1100"/>
            </a:lvl5pPr>
            <a:lvl6pPr lvl="5" algn="r">
              <a:spcBef>
                <a:spcPts val="0"/>
              </a:spcBef>
              <a:spcAft>
                <a:spcPts val="0"/>
              </a:spcAft>
              <a:buSzPts val="1100"/>
              <a:buNone/>
              <a:defRPr sz="1100"/>
            </a:lvl6pPr>
            <a:lvl7pPr lvl="6" algn="r">
              <a:spcBef>
                <a:spcPts val="0"/>
              </a:spcBef>
              <a:spcAft>
                <a:spcPts val="0"/>
              </a:spcAft>
              <a:buSzPts val="1100"/>
              <a:buNone/>
              <a:defRPr sz="1100"/>
            </a:lvl7pPr>
            <a:lvl8pPr lvl="7" algn="r">
              <a:spcBef>
                <a:spcPts val="0"/>
              </a:spcBef>
              <a:spcAft>
                <a:spcPts val="0"/>
              </a:spcAft>
              <a:buSzPts val="1100"/>
              <a:buNone/>
              <a:defRPr sz="1100"/>
            </a:lvl8pPr>
            <a:lvl9pPr lvl="8" algn="r">
              <a:spcBef>
                <a:spcPts val="0"/>
              </a:spcBef>
              <a:spcAft>
                <a:spcPts val="0"/>
              </a:spcAft>
              <a:buSzPts val="1100"/>
              <a:buNone/>
              <a:defRPr sz="1100"/>
            </a:lvl9pPr>
          </a:lstStyle>
          <a:p>
            <a:endParaRPr/>
          </a:p>
        </p:txBody>
      </p:sp>
      <p:sp>
        <p:nvSpPr>
          <p:cNvPr id="184" name="Google Shape;184;p28"/>
          <p:cNvSpPr txBox="1">
            <a:spLocks noGrp="1"/>
          </p:cNvSpPr>
          <p:nvPr>
            <p:ph type="title"/>
          </p:nvPr>
        </p:nvSpPr>
        <p:spPr>
          <a:xfrm>
            <a:off x="1245150" y="401725"/>
            <a:ext cx="6653700" cy="423600"/>
          </a:xfrm>
          <a:prstGeom prst="rect">
            <a:avLst/>
          </a:prstGeom>
        </p:spPr>
        <p:txBody>
          <a:bodyPr spcFirstLastPara="1" wrap="square" lIns="91425" tIns="91425" rIns="91425" bIns="91425" anchor="ctr" anchorCtr="0">
            <a:noAutofit/>
          </a:bodyPr>
          <a:lstStyle>
            <a:lvl1pPr lvl="0" algn="ctr">
              <a:spcBef>
                <a:spcPts val="0"/>
              </a:spcBef>
              <a:spcAft>
                <a:spcPts val="0"/>
              </a:spcAft>
              <a:buSzPts val="2400"/>
              <a:buNone/>
              <a:defRPr sz="2400"/>
            </a:lvl1pPr>
            <a:lvl2pPr lvl="1">
              <a:spcBef>
                <a:spcPts val="0"/>
              </a:spcBef>
              <a:spcAft>
                <a:spcPts val="0"/>
              </a:spcAft>
              <a:buSzPts val="2800"/>
              <a:buNone/>
              <a:defRPr>
                <a:latin typeface="Lato Light"/>
                <a:ea typeface="Lato Light"/>
                <a:cs typeface="Lato Light"/>
                <a:sym typeface="Lato Light"/>
              </a:defRPr>
            </a:lvl2pPr>
            <a:lvl3pPr lvl="2">
              <a:spcBef>
                <a:spcPts val="0"/>
              </a:spcBef>
              <a:spcAft>
                <a:spcPts val="0"/>
              </a:spcAft>
              <a:buSzPts val="2800"/>
              <a:buNone/>
              <a:defRPr>
                <a:latin typeface="Lato Light"/>
                <a:ea typeface="Lato Light"/>
                <a:cs typeface="Lato Light"/>
                <a:sym typeface="Lato Light"/>
              </a:defRPr>
            </a:lvl3pPr>
            <a:lvl4pPr lvl="3">
              <a:spcBef>
                <a:spcPts val="0"/>
              </a:spcBef>
              <a:spcAft>
                <a:spcPts val="0"/>
              </a:spcAft>
              <a:buSzPts val="2800"/>
              <a:buNone/>
              <a:defRPr>
                <a:latin typeface="Lato Light"/>
                <a:ea typeface="Lato Light"/>
                <a:cs typeface="Lato Light"/>
                <a:sym typeface="Lato Light"/>
              </a:defRPr>
            </a:lvl4pPr>
            <a:lvl5pPr lvl="4">
              <a:spcBef>
                <a:spcPts val="0"/>
              </a:spcBef>
              <a:spcAft>
                <a:spcPts val="0"/>
              </a:spcAft>
              <a:buSzPts val="2800"/>
              <a:buNone/>
              <a:defRPr>
                <a:latin typeface="Lato Light"/>
                <a:ea typeface="Lato Light"/>
                <a:cs typeface="Lato Light"/>
                <a:sym typeface="Lato Light"/>
              </a:defRPr>
            </a:lvl5pPr>
            <a:lvl6pPr lvl="5">
              <a:spcBef>
                <a:spcPts val="0"/>
              </a:spcBef>
              <a:spcAft>
                <a:spcPts val="0"/>
              </a:spcAft>
              <a:buSzPts val="2800"/>
              <a:buNone/>
              <a:defRPr>
                <a:latin typeface="Lato Light"/>
                <a:ea typeface="Lato Light"/>
                <a:cs typeface="Lato Light"/>
                <a:sym typeface="Lato Light"/>
              </a:defRPr>
            </a:lvl6pPr>
            <a:lvl7pPr lvl="6">
              <a:spcBef>
                <a:spcPts val="0"/>
              </a:spcBef>
              <a:spcAft>
                <a:spcPts val="0"/>
              </a:spcAft>
              <a:buSzPts val="2800"/>
              <a:buNone/>
              <a:defRPr>
                <a:latin typeface="Lato Light"/>
                <a:ea typeface="Lato Light"/>
                <a:cs typeface="Lato Light"/>
                <a:sym typeface="Lato Light"/>
              </a:defRPr>
            </a:lvl7pPr>
            <a:lvl8pPr lvl="7">
              <a:spcBef>
                <a:spcPts val="0"/>
              </a:spcBef>
              <a:spcAft>
                <a:spcPts val="0"/>
              </a:spcAft>
              <a:buSzPts val="2800"/>
              <a:buNone/>
              <a:defRPr>
                <a:latin typeface="Lato Light"/>
                <a:ea typeface="Lato Light"/>
                <a:cs typeface="Lato Light"/>
                <a:sym typeface="Lato Light"/>
              </a:defRPr>
            </a:lvl8pPr>
            <a:lvl9pPr lvl="8">
              <a:spcBef>
                <a:spcPts val="0"/>
              </a:spcBef>
              <a:spcAft>
                <a:spcPts val="0"/>
              </a:spcAft>
              <a:buSzPts val="2800"/>
              <a:buNone/>
              <a:defRPr>
                <a:latin typeface="Lato Light"/>
                <a:ea typeface="Lato Light"/>
                <a:cs typeface="Lato Light"/>
                <a:sym typeface="Lato Light"/>
              </a:defRPr>
            </a:lvl9pPr>
          </a:lstStyle>
          <a:p>
            <a:endParaRPr/>
          </a:p>
        </p:txBody>
      </p:sp>
      <p:grpSp>
        <p:nvGrpSpPr>
          <p:cNvPr id="185" name="Google Shape;185;p28"/>
          <p:cNvGrpSpPr/>
          <p:nvPr/>
        </p:nvGrpSpPr>
        <p:grpSpPr>
          <a:xfrm>
            <a:off x="3095387" y="1241947"/>
            <a:ext cx="2953226" cy="2951755"/>
            <a:chOff x="3102288" y="1429998"/>
            <a:chExt cx="2953226" cy="2951755"/>
          </a:xfrm>
        </p:grpSpPr>
        <p:sp>
          <p:nvSpPr>
            <p:cNvPr id="186" name="Google Shape;186;p28"/>
            <p:cNvSpPr/>
            <p:nvPr/>
          </p:nvSpPr>
          <p:spPr>
            <a:xfrm>
              <a:off x="4016728" y="1429998"/>
              <a:ext cx="1634040" cy="1193736"/>
            </a:xfrm>
            <a:custGeom>
              <a:avLst/>
              <a:gdLst/>
              <a:ahLst/>
              <a:cxnLst/>
              <a:rect l="l" t="t" r="r" b="b"/>
              <a:pathLst>
                <a:path w="21600" h="21010" extrusionOk="0">
                  <a:moveTo>
                    <a:pt x="21600" y="8145"/>
                  </a:moveTo>
                  <a:cubicBezTo>
                    <a:pt x="19118" y="4624"/>
                    <a:pt x="15943" y="2102"/>
                    <a:pt x="12437" y="865"/>
                  </a:cubicBezTo>
                  <a:cubicBezTo>
                    <a:pt x="8312" y="-590"/>
                    <a:pt x="3942" y="-201"/>
                    <a:pt x="0" y="1973"/>
                  </a:cubicBezTo>
                  <a:lnTo>
                    <a:pt x="0" y="21010"/>
                  </a:lnTo>
                  <a:cubicBezTo>
                    <a:pt x="500" y="19693"/>
                    <a:pt x="1192" y="18521"/>
                    <a:pt x="2034" y="17562"/>
                  </a:cubicBezTo>
                  <a:cubicBezTo>
                    <a:pt x="2905" y="16572"/>
                    <a:pt x="3919" y="15829"/>
                    <a:pt x="5014" y="15380"/>
                  </a:cubicBezTo>
                  <a:lnTo>
                    <a:pt x="21600" y="8145"/>
                  </a:lnTo>
                  <a:close/>
                </a:path>
              </a:pathLst>
            </a:custGeom>
            <a:solidFill>
              <a:schemeClr val="accent1"/>
            </a:solidFill>
            <a:ln>
              <a:noFill/>
            </a:ln>
          </p:spPr>
          <p:txBody>
            <a:bodyPr spcFirstLastPara="1" wrap="square" lIns="14275" tIns="14275" rIns="14275" bIns="14275" anchor="ctr" anchorCtr="0">
              <a:noAutofit/>
            </a:bodyPr>
            <a:lstStyle/>
            <a:p>
              <a:pPr marL="0" marR="0" lvl="0" indent="0" algn="l" rtl="0">
                <a:spcBef>
                  <a:spcPts val="0"/>
                </a:spcBef>
                <a:spcAft>
                  <a:spcPts val="0"/>
                </a:spcAft>
                <a:buNone/>
              </a:pPr>
              <a:endParaRPr sz="1300">
                <a:solidFill>
                  <a:schemeClr val="dk1"/>
                </a:solidFill>
                <a:latin typeface="Lato Light"/>
                <a:ea typeface="Lato Light"/>
                <a:cs typeface="Lato Light"/>
                <a:sym typeface="Lato Light"/>
              </a:endParaRPr>
            </a:p>
          </p:txBody>
        </p:sp>
        <p:sp>
          <p:nvSpPr>
            <p:cNvPr id="187" name="Google Shape;187;p28"/>
            <p:cNvSpPr/>
            <p:nvPr/>
          </p:nvSpPr>
          <p:spPr>
            <a:xfrm>
              <a:off x="3102288" y="1570339"/>
              <a:ext cx="1038072" cy="1787832"/>
            </a:xfrm>
            <a:custGeom>
              <a:avLst/>
              <a:gdLst/>
              <a:ahLst/>
              <a:cxnLst/>
              <a:rect l="l" t="t" r="r" b="b"/>
              <a:pathLst>
                <a:path w="21156" h="21600" extrusionOk="0">
                  <a:moveTo>
                    <a:pt x="17200" y="0"/>
                  </a:moveTo>
                  <a:cubicBezTo>
                    <a:pt x="12221" y="1401"/>
                    <a:pt x="7988" y="3585"/>
                    <a:pt x="4962" y="6316"/>
                  </a:cubicBezTo>
                  <a:cubicBezTo>
                    <a:pt x="1268" y="9650"/>
                    <a:pt x="-444" y="13619"/>
                    <a:pt x="98" y="17595"/>
                  </a:cubicBezTo>
                  <a:lnTo>
                    <a:pt x="21156" y="21600"/>
                  </a:lnTo>
                  <a:cubicBezTo>
                    <a:pt x="19937" y="20911"/>
                    <a:pt x="18965" y="20084"/>
                    <a:pt x="18298" y="19168"/>
                  </a:cubicBezTo>
                  <a:cubicBezTo>
                    <a:pt x="17547" y="18136"/>
                    <a:pt x="17200" y="17017"/>
                    <a:pt x="17283" y="15894"/>
                  </a:cubicBezTo>
                  <a:lnTo>
                    <a:pt x="17200" y="0"/>
                  </a:lnTo>
                  <a:close/>
                </a:path>
              </a:pathLst>
            </a:custGeom>
            <a:solidFill>
              <a:schemeClr val="accent5"/>
            </a:solidFill>
            <a:ln>
              <a:noFill/>
            </a:ln>
          </p:spPr>
          <p:txBody>
            <a:bodyPr spcFirstLastPara="1" wrap="square" lIns="14275" tIns="14275" rIns="14275" bIns="14275" anchor="ctr" anchorCtr="0">
              <a:noAutofit/>
            </a:bodyPr>
            <a:lstStyle/>
            <a:p>
              <a:pPr marL="0" marR="0" lvl="0" indent="0" algn="l" rtl="0">
                <a:spcBef>
                  <a:spcPts val="0"/>
                </a:spcBef>
                <a:spcAft>
                  <a:spcPts val="0"/>
                </a:spcAft>
                <a:buNone/>
              </a:pPr>
              <a:endParaRPr sz="1200">
                <a:solidFill>
                  <a:srgbClr val="FFFFFF"/>
                </a:solidFill>
                <a:latin typeface="Lato Light"/>
                <a:ea typeface="Lato Light"/>
                <a:cs typeface="Lato Light"/>
                <a:sym typeface="Lato Light"/>
              </a:endParaRPr>
            </a:p>
          </p:txBody>
        </p:sp>
        <p:sp>
          <p:nvSpPr>
            <p:cNvPr id="188" name="Google Shape;188;p28"/>
            <p:cNvSpPr/>
            <p:nvPr/>
          </p:nvSpPr>
          <p:spPr>
            <a:xfrm>
              <a:off x="3115511" y="3097809"/>
              <a:ext cx="1752732" cy="1245780"/>
            </a:xfrm>
            <a:custGeom>
              <a:avLst/>
              <a:gdLst/>
              <a:ahLst/>
              <a:cxnLst/>
              <a:rect l="l" t="t" r="r" b="b"/>
              <a:pathLst>
                <a:path w="21600" h="21600" extrusionOk="0">
                  <a:moveTo>
                    <a:pt x="21600" y="6445"/>
                  </a:moveTo>
                  <a:lnTo>
                    <a:pt x="13829" y="21600"/>
                  </a:lnTo>
                  <a:cubicBezTo>
                    <a:pt x="10009" y="20297"/>
                    <a:pt x="6587" y="17300"/>
                    <a:pt x="4071" y="13051"/>
                  </a:cubicBezTo>
                  <a:cubicBezTo>
                    <a:pt x="1866" y="9328"/>
                    <a:pt x="455" y="4804"/>
                    <a:pt x="0" y="0"/>
                  </a:cubicBezTo>
                  <a:lnTo>
                    <a:pt x="15759" y="7124"/>
                  </a:lnTo>
                  <a:cubicBezTo>
                    <a:pt x="16726" y="7545"/>
                    <a:pt x="17742" y="7698"/>
                    <a:pt x="18751" y="7576"/>
                  </a:cubicBezTo>
                  <a:cubicBezTo>
                    <a:pt x="19743" y="7456"/>
                    <a:pt x="20710" y="7073"/>
                    <a:pt x="21600" y="6445"/>
                  </a:cubicBezTo>
                  <a:close/>
                </a:path>
              </a:pathLst>
            </a:custGeom>
            <a:solidFill>
              <a:schemeClr val="accent4"/>
            </a:solidFill>
            <a:ln>
              <a:noFill/>
            </a:ln>
          </p:spPr>
          <p:txBody>
            <a:bodyPr spcFirstLastPara="1" wrap="square" lIns="14275" tIns="14275" rIns="14275" bIns="14275" anchor="ctr" anchorCtr="0">
              <a:noAutofit/>
            </a:bodyPr>
            <a:lstStyle/>
            <a:p>
              <a:pPr marL="0" marR="0" lvl="0" indent="0" algn="l" rtl="0">
                <a:spcBef>
                  <a:spcPts val="0"/>
                </a:spcBef>
                <a:spcAft>
                  <a:spcPts val="0"/>
                </a:spcAft>
                <a:buNone/>
              </a:pPr>
              <a:endParaRPr sz="1200">
                <a:solidFill>
                  <a:srgbClr val="FFFFFF"/>
                </a:solidFill>
                <a:latin typeface="Lato Light"/>
                <a:ea typeface="Lato Light"/>
                <a:cs typeface="Lato Light"/>
                <a:sym typeface="Lato Light"/>
              </a:endParaRPr>
            </a:p>
          </p:txBody>
        </p:sp>
        <p:sp>
          <p:nvSpPr>
            <p:cNvPr id="189" name="Google Shape;189;p28"/>
            <p:cNvSpPr/>
            <p:nvPr/>
          </p:nvSpPr>
          <p:spPr>
            <a:xfrm>
              <a:off x="4311781" y="2799840"/>
              <a:ext cx="1526364" cy="1581913"/>
            </a:xfrm>
            <a:custGeom>
              <a:avLst/>
              <a:gdLst/>
              <a:ahLst/>
              <a:cxnLst/>
              <a:rect l="l" t="t" r="r" b="b"/>
              <a:pathLst>
                <a:path w="21600" h="21243" extrusionOk="0">
                  <a:moveTo>
                    <a:pt x="12593" y="0"/>
                  </a:moveTo>
                  <a:lnTo>
                    <a:pt x="21600" y="11784"/>
                  </a:lnTo>
                  <a:cubicBezTo>
                    <a:pt x="19267" y="15419"/>
                    <a:pt x="15759" y="18239"/>
                    <a:pt x="11598" y="19826"/>
                  </a:cubicBezTo>
                  <a:cubicBezTo>
                    <a:pt x="7919" y="21229"/>
                    <a:pt x="3894" y="21600"/>
                    <a:pt x="0" y="20896"/>
                  </a:cubicBezTo>
                  <a:lnTo>
                    <a:pt x="10857" y="6567"/>
                  </a:lnTo>
                  <a:cubicBezTo>
                    <a:pt x="11599" y="5663"/>
                    <a:pt x="12137" y="4623"/>
                    <a:pt x="12439" y="3514"/>
                  </a:cubicBezTo>
                  <a:cubicBezTo>
                    <a:pt x="12751" y="2366"/>
                    <a:pt x="12804" y="1168"/>
                    <a:pt x="12593" y="0"/>
                  </a:cubicBezTo>
                  <a:close/>
                </a:path>
              </a:pathLst>
            </a:custGeom>
            <a:solidFill>
              <a:schemeClr val="accent3"/>
            </a:solidFill>
            <a:ln>
              <a:noFill/>
            </a:ln>
          </p:spPr>
          <p:txBody>
            <a:bodyPr spcFirstLastPara="1" wrap="square" lIns="14275" tIns="14275" rIns="14275" bIns="14275" anchor="ctr" anchorCtr="0">
              <a:noAutofit/>
            </a:bodyPr>
            <a:lstStyle/>
            <a:p>
              <a:pPr marL="0" marR="0" lvl="0" indent="0" algn="l" rtl="0">
                <a:spcBef>
                  <a:spcPts val="0"/>
                </a:spcBef>
                <a:spcAft>
                  <a:spcPts val="0"/>
                </a:spcAft>
                <a:buNone/>
              </a:pPr>
              <a:endParaRPr sz="1200">
                <a:solidFill>
                  <a:srgbClr val="FFFFFF"/>
                </a:solidFill>
                <a:latin typeface="Lato Light"/>
                <a:ea typeface="Lato Light"/>
                <a:cs typeface="Lato Light"/>
                <a:sym typeface="Lato Light"/>
              </a:endParaRPr>
            </a:p>
          </p:txBody>
        </p:sp>
        <p:sp>
          <p:nvSpPr>
            <p:cNvPr id="190" name="Google Shape;190;p28"/>
            <p:cNvSpPr/>
            <p:nvPr/>
          </p:nvSpPr>
          <p:spPr>
            <a:xfrm>
              <a:off x="4676823" y="1946286"/>
              <a:ext cx="1378690" cy="1668222"/>
            </a:xfrm>
            <a:custGeom>
              <a:avLst/>
              <a:gdLst/>
              <a:ahLst/>
              <a:cxnLst/>
              <a:rect l="l" t="t" r="r" b="b"/>
              <a:pathLst>
                <a:path w="21337" h="21600" extrusionOk="0">
                  <a:moveTo>
                    <a:pt x="0" y="4387"/>
                  </a:moveTo>
                  <a:lnTo>
                    <a:pt x="15846" y="0"/>
                  </a:lnTo>
                  <a:cubicBezTo>
                    <a:pt x="19012" y="3104"/>
                    <a:pt x="20914" y="6970"/>
                    <a:pt x="21275" y="11038"/>
                  </a:cubicBezTo>
                  <a:cubicBezTo>
                    <a:pt x="21600" y="14704"/>
                    <a:pt x="20656" y="18371"/>
                    <a:pt x="18557" y="21600"/>
                  </a:cubicBezTo>
                  <a:lnTo>
                    <a:pt x="6371" y="7619"/>
                  </a:lnTo>
                  <a:cubicBezTo>
                    <a:pt x="5672" y="6816"/>
                    <a:pt x="4801" y="6128"/>
                    <a:pt x="3803" y="5590"/>
                  </a:cubicBezTo>
                  <a:cubicBezTo>
                    <a:pt x="2651" y="4968"/>
                    <a:pt x="1355" y="4558"/>
                    <a:pt x="0" y="4387"/>
                  </a:cubicBezTo>
                  <a:close/>
                </a:path>
              </a:pathLst>
            </a:custGeom>
            <a:solidFill>
              <a:schemeClr val="accent2"/>
            </a:solidFill>
            <a:ln>
              <a:noFill/>
            </a:ln>
          </p:spPr>
          <p:txBody>
            <a:bodyPr spcFirstLastPara="1" wrap="square" lIns="14275" tIns="14275" rIns="14275" bIns="14275" anchor="ctr" anchorCtr="0">
              <a:noAutofit/>
            </a:bodyPr>
            <a:lstStyle/>
            <a:p>
              <a:pPr marL="0" marR="0" lvl="0" indent="0" algn="l" rtl="0">
                <a:spcBef>
                  <a:spcPts val="0"/>
                </a:spcBef>
                <a:spcAft>
                  <a:spcPts val="0"/>
                </a:spcAft>
                <a:buNone/>
              </a:pPr>
              <a:endParaRPr sz="1300">
                <a:solidFill>
                  <a:schemeClr val="dk1"/>
                </a:solidFill>
                <a:latin typeface="Lato Light"/>
                <a:ea typeface="Lato Light"/>
                <a:cs typeface="Lato Light"/>
                <a:sym typeface="Lato Light"/>
              </a:endParaRPr>
            </a:p>
          </p:txBody>
        </p:sp>
        <p:sp>
          <p:nvSpPr>
            <p:cNvPr id="191" name="Google Shape;191;p28"/>
            <p:cNvSpPr txBox="1"/>
            <p:nvPr/>
          </p:nvSpPr>
          <p:spPr>
            <a:xfrm>
              <a:off x="4444343" y="1670781"/>
              <a:ext cx="312300" cy="280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600" b="1">
                  <a:solidFill>
                    <a:schemeClr val="lt1"/>
                  </a:solidFill>
                  <a:latin typeface="League Spartan"/>
                  <a:ea typeface="League Spartan"/>
                  <a:cs typeface="League Spartan"/>
                  <a:sym typeface="League Spartan"/>
                </a:rPr>
                <a:t>01</a:t>
              </a:r>
              <a:endParaRPr sz="1600" b="1">
                <a:latin typeface="League Spartan"/>
                <a:ea typeface="League Spartan"/>
                <a:cs typeface="League Spartan"/>
                <a:sym typeface="League Spartan"/>
              </a:endParaRPr>
            </a:p>
          </p:txBody>
        </p:sp>
        <p:sp>
          <p:nvSpPr>
            <p:cNvPr id="192" name="Google Shape;192;p28"/>
            <p:cNvSpPr txBox="1"/>
            <p:nvPr/>
          </p:nvSpPr>
          <p:spPr>
            <a:xfrm>
              <a:off x="5443660" y="2500224"/>
              <a:ext cx="360600" cy="280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600" b="1">
                  <a:solidFill>
                    <a:schemeClr val="lt1"/>
                  </a:solidFill>
                  <a:latin typeface="League Spartan"/>
                  <a:ea typeface="League Spartan"/>
                  <a:cs typeface="League Spartan"/>
                  <a:sym typeface="League Spartan"/>
                </a:rPr>
                <a:t>02</a:t>
              </a:r>
              <a:endParaRPr sz="1600" b="1">
                <a:latin typeface="League Spartan"/>
                <a:ea typeface="League Spartan"/>
                <a:cs typeface="League Spartan"/>
                <a:sym typeface="League Spartan"/>
              </a:endParaRPr>
            </a:p>
          </p:txBody>
        </p:sp>
        <p:sp>
          <p:nvSpPr>
            <p:cNvPr id="193" name="Google Shape;193;p28"/>
            <p:cNvSpPr txBox="1"/>
            <p:nvPr/>
          </p:nvSpPr>
          <p:spPr>
            <a:xfrm>
              <a:off x="4929328" y="3709325"/>
              <a:ext cx="368700" cy="280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600" b="1">
                  <a:solidFill>
                    <a:schemeClr val="lt1"/>
                  </a:solidFill>
                  <a:latin typeface="League Spartan"/>
                  <a:ea typeface="League Spartan"/>
                  <a:cs typeface="League Spartan"/>
                  <a:sym typeface="League Spartan"/>
                </a:rPr>
                <a:t>03</a:t>
              </a:r>
              <a:endParaRPr sz="1600" b="1">
                <a:latin typeface="League Spartan"/>
                <a:ea typeface="League Spartan"/>
                <a:cs typeface="League Spartan"/>
                <a:sym typeface="League Spartan"/>
              </a:endParaRPr>
            </a:p>
          </p:txBody>
        </p:sp>
        <p:sp>
          <p:nvSpPr>
            <p:cNvPr id="194" name="Google Shape;194;p28"/>
            <p:cNvSpPr txBox="1"/>
            <p:nvPr/>
          </p:nvSpPr>
          <p:spPr>
            <a:xfrm>
              <a:off x="3677557" y="3598802"/>
              <a:ext cx="386700" cy="280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600" b="1">
                  <a:solidFill>
                    <a:schemeClr val="lt1"/>
                  </a:solidFill>
                  <a:latin typeface="League Spartan"/>
                  <a:ea typeface="League Spartan"/>
                  <a:cs typeface="League Spartan"/>
                  <a:sym typeface="League Spartan"/>
                </a:rPr>
                <a:t>04</a:t>
              </a:r>
              <a:endParaRPr sz="1600" b="1">
                <a:latin typeface="League Spartan"/>
                <a:ea typeface="League Spartan"/>
                <a:cs typeface="League Spartan"/>
                <a:sym typeface="League Spartan"/>
              </a:endParaRPr>
            </a:p>
          </p:txBody>
        </p:sp>
        <p:sp>
          <p:nvSpPr>
            <p:cNvPr id="195" name="Google Shape;195;p28"/>
            <p:cNvSpPr txBox="1"/>
            <p:nvPr/>
          </p:nvSpPr>
          <p:spPr>
            <a:xfrm>
              <a:off x="3395840" y="2345006"/>
              <a:ext cx="380400" cy="280800"/>
            </a:xfrm>
            <a:prstGeom prst="rect">
              <a:avLst/>
            </a:prstGeom>
            <a:noFill/>
            <a:ln>
              <a:noFill/>
            </a:ln>
          </p:spPr>
          <p:txBody>
            <a:bodyPr spcFirstLastPara="1" wrap="square" lIns="34300" tIns="17150" rIns="34300" bIns="17150" anchor="ctr" anchorCtr="0">
              <a:noAutofit/>
            </a:bodyPr>
            <a:lstStyle/>
            <a:p>
              <a:pPr marL="0" marR="0" lvl="0" indent="0" algn="ctr" rtl="0">
                <a:spcBef>
                  <a:spcPts val="0"/>
                </a:spcBef>
                <a:spcAft>
                  <a:spcPts val="0"/>
                </a:spcAft>
                <a:buNone/>
              </a:pPr>
              <a:r>
                <a:rPr lang="en-GB" sz="1600" b="1">
                  <a:solidFill>
                    <a:schemeClr val="lt1"/>
                  </a:solidFill>
                  <a:latin typeface="League Spartan"/>
                  <a:ea typeface="League Spartan"/>
                  <a:cs typeface="League Spartan"/>
                  <a:sym typeface="League Spartan"/>
                </a:rPr>
                <a:t>05</a:t>
              </a:r>
              <a:endParaRPr sz="1600" b="1">
                <a:latin typeface="League Spartan"/>
                <a:ea typeface="League Spartan"/>
                <a:cs typeface="League Spartan"/>
                <a:sym typeface="League Spartan"/>
              </a:endParaRPr>
            </a:p>
          </p:txBody>
        </p:sp>
      </p:grpSp>
      <p:sp>
        <p:nvSpPr>
          <p:cNvPr id="196" name="Google Shape;196;p28"/>
          <p:cNvSpPr txBox="1">
            <a:spLocks noGrp="1"/>
          </p:cNvSpPr>
          <p:nvPr>
            <p:ph type="subTitle" idx="5"/>
          </p:nvPr>
        </p:nvSpPr>
        <p:spPr>
          <a:xfrm>
            <a:off x="6354875" y="3668350"/>
            <a:ext cx="2318400" cy="1216200"/>
          </a:xfrm>
          <a:prstGeom prst="rect">
            <a:avLst/>
          </a:prstGeom>
        </p:spPr>
        <p:txBody>
          <a:bodyPr spcFirstLastPara="1" wrap="square" lIns="91425" tIns="91425" rIns="91425" bIns="91425" anchor="t" anchorCtr="0">
            <a:normAutofit/>
          </a:bodyPr>
          <a:lstStyle>
            <a:lvl1pPr lvl="0">
              <a:spcBef>
                <a:spcPts val="0"/>
              </a:spcBef>
              <a:spcAft>
                <a:spcPts val="0"/>
              </a:spcAft>
              <a:buSzPts val="1100"/>
              <a:buFont typeface="Open Sans Medium"/>
              <a:buNone/>
              <a:defRPr sz="1100">
                <a:latin typeface="Open Sans Medium"/>
                <a:ea typeface="Open Sans Medium"/>
                <a:cs typeface="Open Sans Medium"/>
                <a:sym typeface="Open Sans Medium"/>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League Spartan Medium"/>
              <a:buNone/>
              <a:defRPr sz="2800">
                <a:solidFill>
                  <a:schemeClr val="dk1"/>
                </a:solidFill>
                <a:latin typeface="League Spartan Medium"/>
                <a:ea typeface="League Spartan Medium"/>
                <a:cs typeface="League Spartan Medium"/>
                <a:sym typeface="League Spartan Medium"/>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Inter"/>
              <a:buChar char="●"/>
              <a:defRPr sz="1300">
                <a:solidFill>
                  <a:schemeClr val="dk2"/>
                </a:solidFill>
                <a:latin typeface="Inter"/>
                <a:ea typeface="Inter"/>
                <a:cs typeface="Inter"/>
                <a:sym typeface="Inter"/>
              </a:defRPr>
            </a:lvl1pPr>
            <a:lvl2pPr marL="914400" lvl="1"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2pPr>
            <a:lvl3pPr marL="1371600" lvl="2"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3pPr>
            <a:lvl4pPr marL="1828800" lvl="3"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4pPr>
            <a:lvl5pPr marL="2286000" lvl="4"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5pPr>
            <a:lvl6pPr marL="2743200" lvl="5"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6pPr>
            <a:lvl7pPr marL="3200400" lvl="6"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7pPr>
            <a:lvl8pPr marL="3657600" lvl="7"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8pPr>
            <a:lvl9pPr marL="4114800" lvl="8" indent="-30480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9"/>
          <p:cNvSpPr txBox="1">
            <a:spLocks noGrp="1"/>
          </p:cNvSpPr>
          <p:nvPr>
            <p:ph type="title"/>
          </p:nvPr>
        </p:nvSpPr>
        <p:spPr>
          <a:xfrm>
            <a:off x="632175" y="1353900"/>
            <a:ext cx="7679700" cy="726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Automated Application Deployment, Security Analysis &amp; Monitoring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0"/>
          <p:cNvSpPr txBox="1">
            <a:spLocks noGrp="1"/>
          </p:cNvSpPr>
          <p:nvPr>
            <p:ph type="subTitle" idx="1"/>
          </p:nvPr>
        </p:nvSpPr>
        <p:spPr>
          <a:xfrm>
            <a:off x="6368675" y="1394975"/>
            <a:ext cx="2318400" cy="12162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GB" sz="1500" b="1" dirty="0">
                <a:latin typeface="Open Sans"/>
                <a:ea typeface="Open Sans"/>
                <a:cs typeface="Open Sans"/>
                <a:sym typeface="Open Sans"/>
              </a:rPr>
              <a:t>Somya Jain</a:t>
            </a:r>
            <a:endParaRPr sz="1500" b="1" dirty="0">
              <a:latin typeface="Open Sans"/>
              <a:ea typeface="Open Sans"/>
              <a:cs typeface="Open Sans"/>
              <a:sym typeface="Open Sans"/>
            </a:endParaRPr>
          </a:p>
        </p:txBody>
      </p:sp>
      <p:sp>
        <p:nvSpPr>
          <p:cNvPr id="207" name="Google Shape;207;p30"/>
          <p:cNvSpPr txBox="1">
            <a:spLocks noGrp="1"/>
          </p:cNvSpPr>
          <p:nvPr>
            <p:ph type="subTitle" idx="2"/>
          </p:nvPr>
        </p:nvSpPr>
        <p:spPr>
          <a:xfrm>
            <a:off x="6368675" y="3321975"/>
            <a:ext cx="2318400" cy="12162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GB" sz="1500" b="1" dirty="0">
                <a:latin typeface="Open Sans"/>
                <a:ea typeface="Open Sans"/>
                <a:cs typeface="Open Sans"/>
                <a:sym typeface="Open Sans"/>
              </a:rPr>
              <a:t>Souvik Kumar</a:t>
            </a:r>
            <a:endParaRPr sz="1500" b="1" dirty="0">
              <a:latin typeface="Open Sans"/>
              <a:ea typeface="Open Sans"/>
              <a:cs typeface="Open Sans"/>
              <a:sym typeface="Open Sans"/>
            </a:endParaRPr>
          </a:p>
        </p:txBody>
      </p:sp>
      <p:sp>
        <p:nvSpPr>
          <p:cNvPr id="208" name="Google Shape;208;p30"/>
          <p:cNvSpPr txBox="1">
            <a:spLocks noGrp="1"/>
          </p:cNvSpPr>
          <p:nvPr>
            <p:ph type="subTitle" idx="3"/>
          </p:nvPr>
        </p:nvSpPr>
        <p:spPr>
          <a:xfrm>
            <a:off x="470725" y="1394975"/>
            <a:ext cx="2318400" cy="12162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GB" sz="1500" b="1" dirty="0">
                <a:latin typeface="Open Sans"/>
                <a:ea typeface="Open Sans"/>
                <a:cs typeface="Open Sans"/>
                <a:sym typeface="Open Sans"/>
              </a:rPr>
              <a:t>Aryan </a:t>
            </a:r>
            <a:r>
              <a:rPr lang="en-GB" sz="1500" b="1" dirty="0" err="1">
                <a:latin typeface="Open Sans"/>
                <a:ea typeface="Open Sans"/>
                <a:cs typeface="Open Sans"/>
                <a:sym typeface="Open Sans"/>
              </a:rPr>
              <a:t>Bamane</a:t>
            </a:r>
            <a:endParaRPr sz="1500" b="1" dirty="0">
              <a:latin typeface="Open Sans"/>
              <a:ea typeface="Open Sans"/>
              <a:cs typeface="Open Sans"/>
              <a:sym typeface="Open Sans"/>
            </a:endParaRPr>
          </a:p>
        </p:txBody>
      </p:sp>
      <p:sp>
        <p:nvSpPr>
          <p:cNvPr id="209" name="Google Shape;209;p30"/>
          <p:cNvSpPr txBox="1">
            <a:spLocks noGrp="1"/>
          </p:cNvSpPr>
          <p:nvPr>
            <p:ph type="subTitle" idx="4"/>
          </p:nvPr>
        </p:nvSpPr>
        <p:spPr>
          <a:xfrm>
            <a:off x="470725" y="3321975"/>
            <a:ext cx="2318400" cy="12162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GB" sz="1500" b="1" dirty="0">
                <a:latin typeface="Open Sans"/>
                <a:ea typeface="Open Sans"/>
                <a:cs typeface="Open Sans"/>
                <a:sym typeface="Open Sans"/>
              </a:rPr>
              <a:t>Chirayu Humar</a:t>
            </a:r>
            <a:endParaRPr sz="1500" b="1" dirty="0">
              <a:latin typeface="Open Sans"/>
              <a:ea typeface="Open Sans"/>
              <a:cs typeface="Open Sans"/>
              <a:sym typeface="Open Sans"/>
            </a:endParaRPr>
          </a:p>
        </p:txBody>
      </p:sp>
      <p:sp>
        <p:nvSpPr>
          <p:cNvPr id="210" name="Google Shape;210;p30"/>
          <p:cNvSpPr txBox="1">
            <a:spLocks noGrp="1"/>
          </p:cNvSpPr>
          <p:nvPr>
            <p:ph type="title"/>
          </p:nvPr>
        </p:nvSpPr>
        <p:spPr>
          <a:xfrm>
            <a:off x="1245150" y="401725"/>
            <a:ext cx="6653700" cy="42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sz="2700" b="1">
                <a:latin typeface="League Spartan"/>
                <a:ea typeface="League Spartan"/>
                <a:cs typeface="League Spartan"/>
                <a:sym typeface="League Spartan"/>
              </a:rPr>
              <a:t>Team-Mates</a:t>
            </a:r>
            <a:endParaRPr sz="2700" b="1">
              <a:latin typeface="League Spartan"/>
              <a:ea typeface="League Spartan"/>
              <a:cs typeface="League Spartan"/>
              <a:sym typeface="League Spart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1"/>
          <p:cNvSpPr txBox="1">
            <a:spLocks noGrp="1"/>
          </p:cNvSpPr>
          <p:nvPr>
            <p:ph type="subTitle" idx="1"/>
          </p:nvPr>
        </p:nvSpPr>
        <p:spPr>
          <a:xfrm>
            <a:off x="383075" y="1908900"/>
            <a:ext cx="2469000" cy="4074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Use Terraform to create an AWS EC2 instance</a:t>
            </a:r>
            <a:endParaRPr/>
          </a:p>
        </p:txBody>
      </p:sp>
      <p:sp>
        <p:nvSpPr>
          <p:cNvPr id="216" name="Google Shape;216;p31"/>
          <p:cNvSpPr txBox="1">
            <a:spLocks noGrp="1"/>
          </p:cNvSpPr>
          <p:nvPr>
            <p:ph type="subTitle" idx="2"/>
          </p:nvPr>
        </p:nvSpPr>
        <p:spPr>
          <a:xfrm>
            <a:off x="3284763" y="1908900"/>
            <a:ext cx="2469000" cy="395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Configure instance settings such as instance type, security groups, and SSH key</a:t>
            </a:r>
            <a:endParaRPr/>
          </a:p>
        </p:txBody>
      </p:sp>
      <p:sp>
        <p:nvSpPr>
          <p:cNvPr id="217" name="Google Shape;217;p31"/>
          <p:cNvSpPr txBox="1">
            <a:spLocks noGrp="1"/>
          </p:cNvSpPr>
          <p:nvPr>
            <p:ph type="title"/>
          </p:nvPr>
        </p:nvSpPr>
        <p:spPr>
          <a:xfrm>
            <a:off x="383075" y="1011550"/>
            <a:ext cx="7753500" cy="63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Creating AWS EC2 Instance</a:t>
            </a:r>
            <a:endParaRPr/>
          </a:p>
        </p:txBody>
      </p:sp>
      <p:sp>
        <p:nvSpPr>
          <p:cNvPr id="218" name="Google Shape;218;p31"/>
          <p:cNvSpPr txBox="1">
            <a:spLocks noGrp="1"/>
          </p:cNvSpPr>
          <p:nvPr>
            <p:ph type="subTitle" idx="3"/>
          </p:nvPr>
        </p:nvSpPr>
        <p:spPr>
          <a:xfrm>
            <a:off x="6186450" y="1908900"/>
            <a:ext cx="2469000" cy="395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Provision the instance with necessary software and dependencies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pic>
        <p:nvPicPr>
          <p:cNvPr id="223" name="Google Shape;223;p32"/>
          <p:cNvPicPr preferRelativeResize="0">
            <a:picLocks noGrp="1"/>
          </p:cNvPicPr>
          <p:nvPr>
            <p:ph type="pic" idx="2"/>
          </p:nvPr>
        </p:nvPicPr>
        <p:blipFill rotWithShape="1">
          <a:blip r:embed="rId3">
            <a:alphaModFix/>
          </a:blip>
          <a:srcRect l="27767" r="27762"/>
          <a:stretch/>
        </p:blipFill>
        <p:spPr>
          <a:xfrm>
            <a:off x="642700" y="632300"/>
            <a:ext cx="2615100" cy="3918900"/>
          </a:xfrm>
          <a:prstGeom prst="roundRect">
            <a:avLst>
              <a:gd name="adj" fmla="val 16667"/>
            </a:avLst>
          </a:prstGeom>
        </p:spPr>
      </p:pic>
      <p:sp>
        <p:nvSpPr>
          <p:cNvPr id="224" name="Google Shape;224;p32"/>
          <p:cNvSpPr txBox="1">
            <a:spLocks noGrp="1"/>
          </p:cNvSpPr>
          <p:nvPr>
            <p:ph type="title"/>
          </p:nvPr>
        </p:nvSpPr>
        <p:spPr>
          <a:xfrm>
            <a:off x="4722075" y="997400"/>
            <a:ext cx="3589800" cy="650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Building the Web Application</a:t>
            </a:r>
            <a:endParaRPr/>
          </a:p>
        </p:txBody>
      </p:sp>
      <p:sp>
        <p:nvSpPr>
          <p:cNvPr id="225" name="Google Shape;225;p32"/>
          <p:cNvSpPr txBox="1">
            <a:spLocks noGrp="1"/>
          </p:cNvSpPr>
          <p:nvPr>
            <p:ph type="subTitle" idx="1"/>
          </p:nvPr>
        </p:nvSpPr>
        <p:spPr>
          <a:xfrm>
            <a:off x="4722075" y="1959150"/>
            <a:ext cx="3589800" cy="2742300"/>
          </a:xfrm>
          <a:prstGeom prst="rect">
            <a:avLst/>
          </a:prstGeom>
        </p:spPr>
        <p:txBody>
          <a:bodyPr spcFirstLastPara="1" wrap="square" lIns="91425" tIns="91425" rIns="91425" bIns="91425" anchor="t" anchorCtr="0">
            <a:noAutofit/>
          </a:bodyPr>
          <a:lstStyle/>
          <a:p>
            <a:pPr marL="457200" lvl="0" indent="-311150" algn="l" rtl="0">
              <a:lnSpc>
                <a:spcPct val="110000"/>
              </a:lnSpc>
              <a:spcBef>
                <a:spcPts val="0"/>
              </a:spcBef>
              <a:spcAft>
                <a:spcPts val="0"/>
              </a:spcAft>
              <a:buSzPts val="1300"/>
              <a:buChar char="●"/>
            </a:pPr>
            <a:r>
              <a:rPr lang="en-GB"/>
              <a:t>Develop a web application for the instance</a:t>
            </a:r>
            <a:endParaRPr/>
          </a:p>
          <a:p>
            <a:pPr marL="457200" lvl="0" indent="-311150" algn="l" rtl="0">
              <a:lnSpc>
                <a:spcPct val="110000"/>
              </a:lnSpc>
              <a:spcBef>
                <a:spcPts val="0"/>
              </a:spcBef>
              <a:spcAft>
                <a:spcPts val="0"/>
              </a:spcAft>
              <a:buSzPts val="1300"/>
              <a:buChar char="●"/>
            </a:pPr>
            <a:r>
              <a:rPr lang="en-GB"/>
              <a:t>Include necessary files and dependencies</a:t>
            </a:r>
            <a:endParaRPr/>
          </a:p>
          <a:p>
            <a:pPr marL="457200" lvl="0" indent="-311150" algn="l" rtl="0">
              <a:lnSpc>
                <a:spcPct val="110000"/>
              </a:lnSpc>
              <a:spcBef>
                <a:spcPts val="0"/>
              </a:spcBef>
              <a:spcAft>
                <a:spcPts val="0"/>
              </a:spcAft>
              <a:buSzPts val="1300"/>
              <a:buChar char="●"/>
            </a:pPr>
            <a:r>
              <a:rPr lang="en-GB"/>
              <a:t>Ensure the application is functional and ready for deployment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3"/>
          <p:cNvSpPr txBox="1">
            <a:spLocks noGrp="1"/>
          </p:cNvSpPr>
          <p:nvPr>
            <p:ph type="subTitle" idx="1"/>
          </p:nvPr>
        </p:nvSpPr>
        <p:spPr>
          <a:xfrm>
            <a:off x="6595075" y="2305850"/>
            <a:ext cx="2096100" cy="13605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Specify the base image and required dependencies</a:t>
            </a:r>
            <a:endParaRPr/>
          </a:p>
        </p:txBody>
      </p:sp>
      <p:sp>
        <p:nvSpPr>
          <p:cNvPr id="231" name="Google Shape;231;p33"/>
          <p:cNvSpPr txBox="1">
            <a:spLocks noGrp="1"/>
          </p:cNvSpPr>
          <p:nvPr>
            <p:ph type="title"/>
          </p:nvPr>
        </p:nvSpPr>
        <p:spPr>
          <a:xfrm>
            <a:off x="1730850" y="401725"/>
            <a:ext cx="5682300" cy="42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Creating Dockerfile</a:t>
            </a:r>
            <a:endParaRPr/>
          </a:p>
        </p:txBody>
      </p:sp>
      <p:sp>
        <p:nvSpPr>
          <p:cNvPr id="232" name="Google Shape;232;p33"/>
          <p:cNvSpPr txBox="1">
            <a:spLocks noGrp="1"/>
          </p:cNvSpPr>
          <p:nvPr>
            <p:ph type="subTitle" idx="2"/>
          </p:nvPr>
        </p:nvSpPr>
        <p:spPr>
          <a:xfrm>
            <a:off x="467425" y="1394975"/>
            <a:ext cx="2198400" cy="822600"/>
          </a:xfrm>
          <a:prstGeom prst="rect">
            <a:avLst/>
          </a:prstGeom>
        </p:spPr>
        <p:txBody>
          <a:bodyPr spcFirstLastPara="1" wrap="square" lIns="91425" tIns="91425" rIns="91425" bIns="91425" anchor="t" anchorCtr="0">
            <a:noAutofit/>
          </a:bodyPr>
          <a:lstStyle/>
          <a:p>
            <a:pPr marL="0" lvl="0" indent="0" algn="r" rtl="0">
              <a:spcBef>
                <a:spcPts val="0"/>
              </a:spcBef>
              <a:spcAft>
                <a:spcPts val="1200"/>
              </a:spcAft>
              <a:buNone/>
            </a:pPr>
            <a:r>
              <a:rPr lang="en-GB"/>
              <a:t>Write a Dockerfile to define the Docker image</a:t>
            </a:r>
            <a:endParaRPr/>
          </a:p>
        </p:txBody>
      </p:sp>
      <p:sp>
        <p:nvSpPr>
          <p:cNvPr id="233" name="Google Shape;233;p33"/>
          <p:cNvSpPr txBox="1">
            <a:spLocks noGrp="1"/>
          </p:cNvSpPr>
          <p:nvPr>
            <p:ph type="subTitle" idx="3"/>
          </p:nvPr>
        </p:nvSpPr>
        <p:spPr>
          <a:xfrm>
            <a:off x="456700" y="3405075"/>
            <a:ext cx="2361600" cy="885000"/>
          </a:xfrm>
          <a:prstGeom prst="rect">
            <a:avLst/>
          </a:prstGeom>
        </p:spPr>
        <p:txBody>
          <a:bodyPr spcFirstLastPara="1" wrap="square" lIns="91425" tIns="91425" rIns="91425" bIns="91425" anchor="t" anchorCtr="0">
            <a:noAutofit/>
          </a:bodyPr>
          <a:lstStyle/>
          <a:p>
            <a:pPr marL="0" lvl="0" indent="0" algn="r" rtl="0">
              <a:spcBef>
                <a:spcPts val="0"/>
              </a:spcBef>
              <a:spcAft>
                <a:spcPts val="1200"/>
              </a:spcAft>
              <a:buNone/>
            </a:pPr>
            <a:r>
              <a:rPr lang="en-GB"/>
              <a:t>Configure any necessary environment variables or commands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4"/>
          <p:cNvSpPr txBox="1">
            <a:spLocks noGrp="1"/>
          </p:cNvSpPr>
          <p:nvPr>
            <p:ph type="title"/>
          </p:nvPr>
        </p:nvSpPr>
        <p:spPr>
          <a:xfrm>
            <a:off x="4722075" y="997400"/>
            <a:ext cx="3589800" cy="650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Pushing Data to GIT Repository</a:t>
            </a:r>
            <a:endParaRPr/>
          </a:p>
        </p:txBody>
      </p:sp>
      <p:sp>
        <p:nvSpPr>
          <p:cNvPr id="239" name="Google Shape;239;p34"/>
          <p:cNvSpPr txBox="1">
            <a:spLocks noGrp="1"/>
          </p:cNvSpPr>
          <p:nvPr>
            <p:ph type="subTitle" idx="1"/>
          </p:nvPr>
        </p:nvSpPr>
        <p:spPr>
          <a:xfrm>
            <a:off x="4722075" y="1959150"/>
            <a:ext cx="3589800" cy="2742300"/>
          </a:xfrm>
          <a:prstGeom prst="rect">
            <a:avLst/>
          </a:prstGeom>
        </p:spPr>
        <p:txBody>
          <a:bodyPr spcFirstLastPara="1" wrap="square" lIns="91425" tIns="91425" rIns="91425" bIns="91425" anchor="t" anchorCtr="0">
            <a:noAutofit/>
          </a:bodyPr>
          <a:lstStyle/>
          <a:p>
            <a:pPr marL="457200" lvl="0" indent="-311150" algn="l" rtl="0">
              <a:lnSpc>
                <a:spcPct val="110000"/>
              </a:lnSpc>
              <a:spcBef>
                <a:spcPts val="0"/>
              </a:spcBef>
              <a:spcAft>
                <a:spcPts val="0"/>
              </a:spcAft>
              <a:buSzPts val="1300"/>
              <a:buChar char="●"/>
            </a:pPr>
            <a:r>
              <a:rPr lang="en-GB"/>
              <a:t>Create a GIT repository for version control</a:t>
            </a:r>
            <a:endParaRPr/>
          </a:p>
          <a:p>
            <a:pPr marL="457200" lvl="0" indent="-311150" algn="l" rtl="0">
              <a:lnSpc>
                <a:spcPct val="110000"/>
              </a:lnSpc>
              <a:spcBef>
                <a:spcPts val="0"/>
              </a:spcBef>
              <a:spcAft>
                <a:spcPts val="0"/>
              </a:spcAft>
              <a:buSzPts val="1300"/>
              <a:buChar char="●"/>
            </a:pPr>
            <a:r>
              <a:rPr lang="en-GB"/>
              <a:t>Push the web application code to the repository</a:t>
            </a:r>
            <a:endParaRPr/>
          </a:p>
          <a:p>
            <a:pPr marL="457200" lvl="0" indent="-311150" algn="l" rtl="0">
              <a:lnSpc>
                <a:spcPct val="110000"/>
              </a:lnSpc>
              <a:spcBef>
                <a:spcPts val="0"/>
              </a:spcBef>
              <a:spcAft>
                <a:spcPts val="0"/>
              </a:spcAft>
              <a:buSzPts val="1300"/>
              <a:buChar char="●"/>
            </a:pPr>
            <a:r>
              <a:rPr lang="en-GB"/>
              <a:t>Ensure proper branching and commit practices</a:t>
            </a:r>
            <a:endParaRPr/>
          </a:p>
        </p:txBody>
      </p:sp>
      <p:pic>
        <p:nvPicPr>
          <p:cNvPr id="240" name="Google Shape;240;p34"/>
          <p:cNvPicPr preferRelativeResize="0"/>
          <p:nvPr/>
        </p:nvPicPr>
        <p:blipFill>
          <a:blip r:embed="rId3">
            <a:alphaModFix/>
          </a:blip>
          <a:stretch>
            <a:fillRect/>
          </a:stretch>
        </p:blipFill>
        <p:spPr>
          <a:xfrm>
            <a:off x="-49300" y="337450"/>
            <a:ext cx="4621300" cy="46213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5"/>
          <p:cNvSpPr txBox="1">
            <a:spLocks noGrp="1"/>
          </p:cNvSpPr>
          <p:nvPr>
            <p:ph type="title"/>
          </p:nvPr>
        </p:nvSpPr>
        <p:spPr>
          <a:xfrm>
            <a:off x="642700" y="650250"/>
            <a:ext cx="4270500" cy="726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Building Docker Image</a:t>
            </a:r>
            <a:endParaRPr/>
          </a:p>
        </p:txBody>
      </p:sp>
      <p:sp>
        <p:nvSpPr>
          <p:cNvPr id="246" name="Google Shape;246;p35"/>
          <p:cNvSpPr txBox="1">
            <a:spLocks noGrp="1"/>
          </p:cNvSpPr>
          <p:nvPr>
            <p:ph type="subTitle" idx="1"/>
          </p:nvPr>
        </p:nvSpPr>
        <p:spPr>
          <a:xfrm>
            <a:off x="1185925" y="1687125"/>
            <a:ext cx="3727200" cy="9348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Ensure the image is functional and ready for deployment</a:t>
            </a:r>
            <a:endParaRPr/>
          </a:p>
        </p:txBody>
      </p:sp>
      <p:sp>
        <p:nvSpPr>
          <p:cNvPr id="247" name="Google Shape;247;p35"/>
          <p:cNvSpPr txBox="1">
            <a:spLocks noGrp="1"/>
          </p:cNvSpPr>
          <p:nvPr>
            <p:ph type="subTitle" idx="2"/>
          </p:nvPr>
        </p:nvSpPr>
        <p:spPr>
          <a:xfrm>
            <a:off x="1185925" y="2726325"/>
            <a:ext cx="3727200" cy="9348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Build a Docker image from the Dockerfile</a:t>
            </a:r>
            <a:endParaRPr/>
          </a:p>
        </p:txBody>
      </p:sp>
      <p:sp>
        <p:nvSpPr>
          <p:cNvPr id="248" name="Google Shape;248;p35"/>
          <p:cNvSpPr txBox="1">
            <a:spLocks noGrp="1"/>
          </p:cNvSpPr>
          <p:nvPr>
            <p:ph type="subTitle" idx="3"/>
          </p:nvPr>
        </p:nvSpPr>
        <p:spPr>
          <a:xfrm>
            <a:off x="1185925" y="3765525"/>
            <a:ext cx="3727200" cy="9348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Include necessary files and dependencies</a:t>
            </a:r>
            <a:endParaRPr/>
          </a:p>
        </p:txBody>
      </p:sp>
      <p:pic>
        <p:nvPicPr>
          <p:cNvPr id="249" name="Google Shape;249;p35"/>
          <p:cNvPicPr preferRelativeResize="0"/>
          <p:nvPr/>
        </p:nvPicPr>
        <p:blipFill>
          <a:blip r:embed="rId3">
            <a:alphaModFix/>
          </a:blip>
          <a:stretch>
            <a:fillRect/>
          </a:stretch>
        </p:blipFill>
        <p:spPr>
          <a:xfrm>
            <a:off x="4425050" y="1007125"/>
            <a:ext cx="5138449" cy="289142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6"/>
          <p:cNvSpPr txBox="1">
            <a:spLocks noGrp="1"/>
          </p:cNvSpPr>
          <p:nvPr>
            <p:ph type="title"/>
          </p:nvPr>
        </p:nvSpPr>
        <p:spPr>
          <a:xfrm>
            <a:off x="4722075" y="997400"/>
            <a:ext cx="3589800" cy="650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Pushing Docker Image to Docker</a:t>
            </a:r>
            <a:endParaRPr/>
          </a:p>
        </p:txBody>
      </p:sp>
      <p:sp>
        <p:nvSpPr>
          <p:cNvPr id="255" name="Google Shape;255;p36"/>
          <p:cNvSpPr txBox="1">
            <a:spLocks noGrp="1"/>
          </p:cNvSpPr>
          <p:nvPr>
            <p:ph type="subTitle" idx="1"/>
          </p:nvPr>
        </p:nvSpPr>
        <p:spPr>
          <a:xfrm>
            <a:off x="4722075" y="1959150"/>
            <a:ext cx="3589800" cy="2742300"/>
          </a:xfrm>
          <a:prstGeom prst="rect">
            <a:avLst/>
          </a:prstGeom>
        </p:spPr>
        <p:txBody>
          <a:bodyPr spcFirstLastPara="1" wrap="square" lIns="91425" tIns="91425" rIns="91425" bIns="91425" anchor="t" anchorCtr="0">
            <a:noAutofit/>
          </a:bodyPr>
          <a:lstStyle/>
          <a:p>
            <a:pPr marL="457200" lvl="0" indent="-311150" algn="l" rtl="0">
              <a:lnSpc>
                <a:spcPct val="110000"/>
              </a:lnSpc>
              <a:spcBef>
                <a:spcPts val="0"/>
              </a:spcBef>
              <a:spcAft>
                <a:spcPts val="0"/>
              </a:spcAft>
              <a:buSzPts val="1300"/>
              <a:buChar char="●"/>
            </a:pPr>
            <a:r>
              <a:rPr lang="en-GB"/>
              <a:t>Push the Docker image to a Docker registry</a:t>
            </a:r>
            <a:endParaRPr/>
          </a:p>
          <a:p>
            <a:pPr marL="457200" lvl="0" indent="-311150" algn="l" rtl="0">
              <a:lnSpc>
                <a:spcPct val="110000"/>
              </a:lnSpc>
              <a:spcBef>
                <a:spcPts val="0"/>
              </a:spcBef>
              <a:spcAft>
                <a:spcPts val="0"/>
              </a:spcAft>
              <a:buSzPts val="1300"/>
              <a:buChar char="●"/>
            </a:pPr>
            <a:r>
              <a:rPr lang="en-GB"/>
              <a:t>Ensure the registry is accessible and properly configured</a:t>
            </a:r>
            <a:endParaRPr/>
          </a:p>
          <a:p>
            <a:pPr marL="457200" lvl="0" indent="-311150" algn="l" rtl="0">
              <a:lnSpc>
                <a:spcPct val="110000"/>
              </a:lnSpc>
              <a:spcBef>
                <a:spcPts val="0"/>
              </a:spcBef>
              <a:spcAft>
                <a:spcPts val="0"/>
              </a:spcAft>
              <a:buSzPts val="1300"/>
              <a:buChar char="●"/>
            </a:pPr>
            <a:r>
              <a:rPr lang="en-GB"/>
              <a:t>Include necessary authentication and security measures</a:t>
            </a:r>
            <a:endParaRPr/>
          </a:p>
        </p:txBody>
      </p:sp>
      <p:pic>
        <p:nvPicPr>
          <p:cNvPr id="256" name="Google Shape;256;p36"/>
          <p:cNvPicPr preferRelativeResize="0"/>
          <p:nvPr/>
        </p:nvPicPr>
        <p:blipFill>
          <a:blip r:embed="rId3">
            <a:alphaModFix/>
          </a:blip>
          <a:stretch>
            <a:fillRect/>
          </a:stretch>
        </p:blipFill>
        <p:spPr>
          <a:xfrm>
            <a:off x="-337850" y="1080625"/>
            <a:ext cx="5138449" cy="289142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7"/>
          <p:cNvSpPr txBox="1">
            <a:spLocks noGrp="1"/>
          </p:cNvSpPr>
          <p:nvPr>
            <p:ph type="subTitle" idx="1"/>
          </p:nvPr>
        </p:nvSpPr>
        <p:spPr>
          <a:xfrm>
            <a:off x="383075" y="1908900"/>
            <a:ext cx="2469000" cy="4074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Start the Docker service on the EC2 instance</a:t>
            </a:r>
            <a:endParaRPr/>
          </a:p>
        </p:txBody>
      </p:sp>
      <p:sp>
        <p:nvSpPr>
          <p:cNvPr id="262" name="Google Shape;262;p37"/>
          <p:cNvSpPr txBox="1">
            <a:spLocks noGrp="1"/>
          </p:cNvSpPr>
          <p:nvPr>
            <p:ph type="subTitle" idx="2"/>
          </p:nvPr>
        </p:nvSpPr>
        <p:spPr>
          <a:xfrm>
            <a:off x="3284763" y="1908900"/>
            <a:ext cx="2469000" cy="395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Configure necessary Docker service settings</a:t>
            </a:r>
            <a:endParaRPr/>
          </a:p>
        </p:txBody>
      </p:sp>
      <p:sp>
        <p:nvSpPr>
          <p:cNvPr id="263" name="Google Shape;263;p37"/>
          <p:cNvSpPr txBox="1">
            <a:spLocks noGrp="1"/>
          </p:cNvSpPr>
          <p:nvPr>
            <p:ph type="title"/>
          </p:nvPr>
        </p:nvSpPr>
        <p:spPr>
          <a:xfrm>
            <a:off x="383075" y="1011550"/>
            <a:ext cx="7753500" cy="63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Starting Docker Service</a:t>
            </a:r>
            <a:endParaRPr/>
          </a:p>
        </p:txBody>
      </p:sp>
      <p:sp>
        <p:nvSpPr>
          <p:cNvPr id="264" name="Google Shape;264;p37"/>
          <p:cNvSpPr txBox="1">
            <a:spLocks noGrp="1"/>
          </p:cNvSpPr>
          <p:nvPr>
            <p:ph type="subTitle" idx="3"/>
          </p:nvPr>
        </p:nvSpPr>
        <p:spPr>
          <a:xfrm>
            <a:off x="6186450" y="1908900"/>
            <a:ext cx="2469000" cy="395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Ensure the service is running and accessible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8"/>
          <p:cNvSpPr txBox="1">
            <a:spLocks noGrp="1"/>
          </p:cNvSpPr>
          <p:nvPr>
            <p:ph type="title"/>
          </p:nvPr>
        </p:nvSpPr>
        <p:spPr>
          <a:xfrm>
            <a:off x="4722075" y="997400"/>
            <a:ext cx="3589800" cy="650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Setting up Jenkins Pipeline</a:t>
            </a:r>
            <a:endParaRPr/>
          </a:p>
        </p:txBody>
      </p:sp>
      <p:sp>
        <p:nvSpPr>
          <p:cNvPr id="270" name="Google Shape;270;p38"/>
          <p:cNvSpPr txBox="1">
            <a:spLocks noGrp="1"/>
          </p:cNvSpPr>
          <p:nvPr>
            <p:ph type="subTitle" idx="1"/>
          </p:nvPr>
        </p:nvSpPr>
        <p:spPr>
          <a:xfrm>
            <a:off x="4722075" y="1959150"/>
            <a:ext cx="3589800" cy="2742300"/>
          </a:xfrm>
          <a:prstGeom prst="rect">
            <a:avLst/>
          </a:prstGeom>
        </p:spPr>
        <p:txBody>
          <a:bodyPr spcFirstLastPara="1" wrap="square" lIns="91425" tIns="91425" rIns="91425" bIns="91425" anchor="t" anchorCtr="0">
            <a:noAutofit/>
          </a:bodyPr>
          <a:lstStyle/>
          <a:p>
            <a:pPr marL="457200" lvl="0" indent="-311150" algn="l" rtl="0">
              <a:lnSpc>
                <a:spcPct val="110000"/>
              </a:lnSpc>
              <a:spcBef>
                <a:spcPts val="0"/>
              </a:spcBef>
              <a:spcAft>
                <a:spcPts val="0"/>
              </a:spcAft>
              <a:buSzPts val="1300"/>
              <a:buChar char="●"/>
            </a:pPr>
            <a:r>
              <a:rPr lang="en-GB"/>
              <a:t>Install and configure Jenkins for pipeline automation</a:t>
            </a:r>
            <a:endParaRPr/>
          </a:p>
          <a:p>
            <a:pPr marL="457200" lvl="0" indent="-311150" algn="l" rtl="0">
              <a:lnSpc>
                <a:spcPct val="110000"/>
              </a:lnSpc>
              <a:spcBef>
                <a:spcPts val="0"/>
              </a:spcBef>
              <a:spcAft>
                <a:spcPts val="0"/>
              </a:spcAft>
              <a:buSzPts val="1300"/>
              <a:buChar char="●"/>
            </a:pPr>
            <a:r>
              <a:rPr lang="en-GB"/>
              <a:t>Define a Jenkins pipeline to automate the build and deployment process</a:t>
            </a:r>
            <a:endParaRPr/>
          </a:p>
          <a:p>
            <a:pPr marL="457200" lvl="0" indent="-311150" algn="l" rtl="0">
              <a:lnSpc>
                <a:spcPct val="110000"/>
              </a:lnSpc>
              <a:spcBef>
                <a:spcPts val="0"/>
              </a:spcBef>
              <a:spcAft>
                <a:spcPts val="0"/>
              </a:spcAft>
              <a:buSzPts val="1300"/>
              <a:buChar char="●"/>
            </a:pPr>
            <a:r>
              <a:rPr lang="en-GB"/>
              <a:t>Ensure proper integration with the GIT repository</a:t>
            </a:r>
            <a:endParaRPr/>
          </a:p>
        </p:txBody>
      </p:sp>
      <p:pic>
        <p:nvPicPr>
          <p:cNvPr id="271" name="Google Shape;271;p38"/>
          <p:cNvPicPr preferRelativeResize="0"/>
          <p:nvPr/>
        </p:nvPicPr>
        <p:blipFill>
          <a:blip r:embed="rId3">
            <a:alphaModFix/>
          </a:blip>
          <a:stretch>
            <a:fillRect/>
          </a:stretch>
        </p:blipFill>
        <p:spPr>
          <a:xfrm>
            <a:off x="-222275" y="724275"/>
            <a:ext cx="5076651" cy="38565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9"/>
          <p:cNvSpPr txBox="1">
            <a:spLocks noGrp="1"/>
          </p:cNvSpPr>
          <p:nvPr>
            <p:ph type="subTitle" idx="1"/>
          </p:nvPr>
        </p:nvSpPr>
        <p:spPr>
          <a:xfrm>
            <a:off x="6595075" y="2305850"/>
            <a:ext cx="2096100" cy="13605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GB"/>
              <a:t>Set up appropriate security groups and network configurations</a:t>
            </a:r>
            <a:endParaRPr/>
          </a:p>
        </p:txBody>
      </p:sp>
      <p:sp>
        <p:nvSpPr>
          <p:cNvPr id="277" name="Google Shape;277;p39"/>
          <p:cNvSpPr txBox="1">
            <a:spLocks noGrp="1"/>
          </p:cNvSpPr>
          <p:nvPr>
            <p:ph type="title"/>
          </p:nvPr>
        </p:nvSpPr>
        <p:spPr>
          <a:xfrm>
            <a:off x="1730850" y="401725"/>
            <a:ext cx="5682300" cy="42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Making Application Publicly Available on AWS</a:t>
            </a:r>
            <a:endParaRPr/>
          </a:p>
        </p:txBody>
      </p:sp>
      <p:sp>
        <p:nvSpPr>
          <p:cNvPr id="278" name="Google Shape;278;p39"/>
          <p:cNvSpPr txBox="1">
            <a:spLocks noGrp="1"/>
          </p:cNvSpPr>
          <p:nvPr>
            <p:ph type="subTitle" idx="2"/>
          </p:nvPr>
        </p:nvSpPr>
        <p:spPr>
          <a:xfrm>
            <a:off x="467425" y="1394975"/>
            <a:ext cx="2198400" cy="822600"/>
          </a:xfrm>
          <a:prstGeom prst="rect">
            <a:avLst/>
          </a:prstGeom>
        </p:spPr>
        <p:txBody>
          <a:bodyPr spcFirstLastPara="1" wrap="square" lIns="91425" tIns="91425" rIns="91425" bIns="91425" anchor="t" anchorCtr="0">
            <a:noAutofit/>
          </a:bodyPr>
          <a:lstStyle/>
          <a:p>
            <a:pPr marL="0" lvl="0" indent="0" algn="r" rtl="0">
              <a:spcBef>
                <a:spcPts val="0"/>
              </a:spcBef>
              <a:spcAft>
                <a:spcPts val="1200"/>
              </a:spcAft>
              <a:buNone/>
            </a:pPr>
            <a:r>
              <a:rPr lang="en-GB"/>
              <a:t>Configure necessary AWS settings to make the application accessible</a:t>
            </a:r>
            <a:endParaRPr/>
          </a:p>
        </p:txBody>
      </p:sp>
      <p:sp>
        <p:nvSpPr>
          <p:cNvPr id="279" name="Google Shape;279;p39"/>
          <p:cNvSpPr txBox="1">
            <a:spLocks noGrp="1"/>
          </p:cNvSpPr>
          <p:nvPr>
            <p:ph type="subTitle" idx="3"/>
          </p:nvPr>
        </p:nvSpPr>
        <p:spPr>
          <a:xfrm>
            <a:off x="456700" y="3405075"/>
            <a:ext cx="2361600" cy="885000"/>
          </a:xfrm>
          <a:prstGeom prst="rect">
            <a:avLst/>
          </a:prstGeom>
        </p:spPr>
        <p:txBody>
          <a:bodyPr spcFirstLastPara="1" wrap="square" lIns="91425" tIns="91425" rIns="91425" bIns="91425" anchor="t" anchorCtr="0">
            <a:noAutofit/>
          </a:bodyPr>
          <a:lstStyle/>
          <a:p>
            <a:pPr marL="0" lvl="0" indent="0" algn="r" rtl="0">
              <a:spcBef>
                <a:spcPts val="0"/>
              </a:spcBef>
              <a:spcAft>
                <a:spcPts val="1200"/>
              </a:spcAft>
              <a:buNone/>
            </a:pPr>
            <a:r>
              <a:rPr lang="en-GB"/>
              <a:t>Ensure proper SSL/TLS certificates and domain configurations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pic>
        <p:nvPicPr>
          <p:cNvPr id="284" name="Google Shape;284;p40"/>
          <p:cNvPicPr preferRelativeResize="0">
            <a:picLocks noGrp="1"/>
          </p:cNvPicPr>
          <p:nvPr>
            <p:ph type="pic" idx="2"/>
          </p:nvPr>
        </p:nvPicPr>
        <p:blipFill rotWithShape="1">
          <a:blip r:embed="rId3">
            <a:alphaModFix/>
          </a:blip>
          <a:srcRect l="27767" r="27762"/>
          <a:stretch/>
        </p:blipFill>
        <p:spPr>
          <a:xfrm>
            <a:off x="5843075" y="632300"/>
            <a:ext cx="2615100" cy="3918900"/>
          </a:xfrm>
          <a:prstGeom prst="roundRect">
            <a:avLst>
              <a:gd name="adj" fmla="val 16667"/>
            </a:avLst>
          </a:prstGeom>
        </p:spPr>
      </p:pic>
      <p:sp>
        <p:nvSpPr>
          <p:cNvPr id="285" name="Google Shape;285;p40"/>
          <p:cNvSpPr txBox="1">
            <a:spLocks noGrp="1"/>
          </p:cNvSpPr>
          <p:nvPr>
            <p:ph type="title"/>
          </p:nvPr>
        </p:nvSpPr>
        <p:spPr>
          <a:xfrm>
            <a:off x="632175" y="920625"/>
            <a:ext cx="5046000" cy="726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Monitoring EC2 Instance with Prometheus</a:t>
            </a:r>
            <a:endParaRPr/>
          </a:p>
        </p:txBody>
      </p:sp>
      <p:sp>
        <p:nvSpPr>
          <p:cNvPr id="286" name="Google Shape;286;p40"/>
          <p:cNvSpPr txBox="1">
            <a:spLocks noGrp="1"/>
          </p:cNvSpPr>
          <p:nvPr>
            <p:ph type="subTitle" idx="1"/>
          </p:nvPr>
        </p:nvSpPr>
        <p:spPr>
          <a:xfrm>
            <a:off x="642700" y="1723725"/>
            <a:ext cx="3763800" cy="2827500"/>
          </a:xfrm>
          <a:prstGeom prst="rect">
            <a:avLst/>
          </a:prstGeom>
        </p:spPr>
        <p:txBody>
          <a:bodyPr spcFirstLastPara="1" wrap="square" lIns="91425" tIns="91425" rIns="91425" bIns="91425" anchor="t" anchorCtr="0">
            <a:noAutofit/>
          </a:bodyPr>
          <a:lstStyle/>
          <a:p>
            <a:pPr marL="457200" lvl="0" indent="-311150" algn="l" rtl="0">
              <a:lnSpc>
                <a:spcPct val="110000"/>
              </a:lnSpc>
              <a:spcBef>
                <a:spcPts val="0"/>
              </a:spcBef>
              <a:spcAft>
                <a:spcPts val="0"/>
              </a:spcAft>
              <a:buSzPts val="1300"/>
              <a:buChar char="●"/>
            </a:pPr>
            <a:r>
              <a:rPr lang="en-GB"/>
              <a:t>Install and configure Prometheus monitoring tool</a:t>
            </a:r>
            <a:endParaRPr/>
          </a:p>
          <a:p>
            <a:pPr marL="457200" lvl="0" indent="-311150" algn="l" rtl="0">
              <a:lnSpc>
                <a:spcPct val="110000"/>
              </a:lnSpc>
              <a:spcBef>
                <a:spcPts val="0"/>
              </a:spcBef>
              <a:spcAft>
                <a:spcPts val="0"/>
              </a:spcAft>
              <a:buSzPts val="1300"/>
              <a:buChar char="●"/>
            </a:pPr>
            <a:r>
              <a:rPr lang="en-GB"/>
              <a:t>Set up necessary monitoring metrics and targets</a:t>
            </a:r>
            <a:endParaRPr/>
          </a:p>
          <a:p>
            <a:pPr marL="457200" lvl="0" indent="-311150" algn="l" rtl="0">
              <a:lnSpc>
                <a:spcPct val="110000"/>
              </a:lnSpc>
              <a:spcBef>
                <a:spcPts val="0"/>
              </a:spcBef>
              <a:spcAft>
                <a:spcPts val="0"/>
              </a:spcAft>
              <a:buSzPts val="1300"/>
              <a:buChar char="●"/>
            </a:pPr>
            <a:r>
              <a:rPr lang="en-GB"/>
              <a:t>Ensure proper alerting and visualization of monitoring data</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pic>
        <p:nvPicPr>
          <p:cNvPr id="300" name="Google Shape;300;p42"/>
          <p:cNvPicPr preferRelativeResize="0"/>
          <p:nvPr/>
        </p:nvPicPr>
        <p:blipFill>
          <a:blip r:embed="rId3">
            <a:alphaModFix/>
          </a:blip>
          <a:stretch>
            <a:fillRect/>
          </a:stretch>
        </p:blipFill>
        <p:spPr>
          <a:xfrm>
            <a:off x="1232625" y="581375"/>
            <a:ext cx="6296025" cy="44958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43"/>
          <p:cNvSpPr txBox="1">
            <a:spLocks noGrp="1"/>
          </p:cNvSpPr>
          <p:nvPr>
            <p:ph type="title"/>
          </p:nvPr>
        </p:nvSpPr>
        <p:spPr>
          <a:xfrm>
            <a:off x="530400" y="2208300"/>
            <a:ext cx="8083200" cy="726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a:t>Thank you for your time and attention 🙂</a:t>
            </a:r>
            <a:endParaRPr/>
          </a:p>
        </p:txBody>
      </p:sp>
      <p:pic>
        <p:nvPicPr>
          <p:cNvPr id="306" name="Google Shape;306;p43"/>
          <p:cNvPicPr preferRelativeResize="0"/>
          <p:nvPr/>
        </p:nvPicPr>
        <p:blipFill>
          <a:blip r:embed="rId3">
            <a:alphaModFix/>
          </a:blip>
          <a:stretch>
            <a:fillRect/>
          </a:stretch>
        </p:blipFill>
        <p:spPr>
          <a:xfrm>
            <a:off x="3488363" y="3035125"/>
            <a:ext cx="2167274" cy="1903501"/>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dern Monochrome - v1">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466</Words>
  <Application>Microsoft Office PowerPoint</Application>
  <PresentationFormat>On-screen Show (16:9)</PresentationFormat>
  <Paragraphs>54</Paragraphs>
  <Slides>14</Slides>
  <Notes>14</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14</vt:i4>
      </vt:variant>
    </vt:vector>
  </HeadingPairs>
  <TitlesOfParts>
    <vt:vector size="25" baseType="lpstr">
      <vt:lpstr>Calibri</vt:lpstr>
      <vt:lpstr>Arial</vt:lpstr>
      <vt:lpstr>Lato Light</vt:lpstr>
      <vt:lpstr>Open Sans Medium</vt:lpstr>
      <vt:lpstr>League Spartan</vt:lpstr>
      <vt:lpstr>Poppins</vt:lpstr>
      <vt:lpstr>League Spartan Medium</vt:lpstr>
      <vt:lpstr>Inter</vt:lpstr>
      <vt:lpstr>Open Sans</vt:lpstr>
      <vt:lpstr>Simple Light</vt:lpstr>
      <vt:lpstr>Modern Monochrome - v1</vt:lpstr>
      <vt:lpstr>Automated Application Deployment, Security Analysis &amp; Monitoring</vt:lpstr>
      <vt:lpstr>Team-Mates</vt:lpstr>
      <vt:lpstr>Creating AWS EC2 Instance</vt:lpstr>
      <vt:lpstr>Building the Web Application</vt:lpstr>
      <vt:lpstr>Creating Dockerfile</vt:lpstr>
      <vt:lpstr>Pushing Data to GIT Repository</vt:lpstr>
      <vt:lpstr>Building Docker Image</vt:lpstr>
      <vt:lpstr>Pushing Docker Image to Docker</vt:lpstr>
      <vt:lpstr>Starting Docker Service</vt:lpstr>
      <vt:lpstr>Setting up Jenkins Pipeline</vt:lpstr>
      <vt:lpstr>Making Application Publicly Available on AWS</vt:lpstr>
      <vt:lpstr>Monitoring EC2 Instance with Prometheus</vt:lpstr>
      <vt:lpstr>PowerPoint Presentation</vt:lpstr>
      <vt:lpstr>Thank you for your time and attention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hp</dc:creator>
  <cp:lastModifiedBy>Somya Jain</cp:lastModifiedBy>
  <cp:revision>1</cp:revision>
  <dcterms:modified xsi:type="dcterms:W3CDTF">2026-01-29T18:27:36Z</dcterms:modified>
</cp:coreProperties>
</file>